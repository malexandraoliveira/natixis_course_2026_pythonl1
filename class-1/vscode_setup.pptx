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2" r:id="rId3"/>
    <p:sldId id="266" r:id="rId4"/>
    <p:sldId id="267" r:id="rId5"/>
    <p:sldId id="269" r:id="rId6"/>
    <p:sldId id="290" r:id="rId7"/>
    <p:sldId id="291" r:id="rId8"/>
    <p:sldId id="292" r:id="rId9"/>
    <p:sldId id="264" r:id="rId10"/>
  </p:sldIdLst>
  <p:sldSz cx="18288000" cy="10287000"/>
  <p:notesSz cx="6858000" cy="9144000"/>
  <p:embeddedFontLst>
    <p:embeddedFont>
      <p:font typeface="JetBrains Mono" panose="020B0604020202020204" charset="0"/>
      <p:regular r:id="rId12"/>
      <p:bold r:id="rId13"/>
      <p:italic r:id="rId14"/>
      <p:boldItalic r:id="rId15"/>
    </p:embeddedFont>
    <p:embeddedFont>
      <p:font typeface="Lilita One" panose="020B0604020202020204" charset="0"/>
      <p:regular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  <p:embeddedFont>
      <p:font typeface="Ubuntu Mono" panose="020B0509030602030204" pitchFamily="49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7" roundtripDataSignature="AMtx7mjqCuEbXUkdHtbLSCE+RBUNKPSH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2" autoAdjust="0"/>
    <p:restoredTop sz="94538"/>
  </p:normalViewPr>
  <p:slideViewPr>
    <p:cSldViewPr snapToGrid="0">
      <p:cViewPr varScale="1">
        <p:scale>
          <a:sx n="39" d="100"/>
          <a:sy n="39" d="100"/>
        </p:scale>
        <p:origin x="884" y="52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59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57" Type="http://customschemas.google.com/relationships/presentationmetadata" Target="metadata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7" name="Google Shape;48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8" name="Google Shape;48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2" name="Google Shape;487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3" name="Google Shape;48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1">
          <a:extLst>
            <a:ext uri="{FF2B5EF4-FFF2-40B4-BE49-F238E27FC236}">
              <a16:creationId xmlns:a16="http://schemas.microsoft.com/office/drawing/2014/main" id="{5108DC9C-02D7-BCD1-04EB-A231FF1B8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2" name="Google Shape;4872;p7:notes">
            <a:extLst>
              <a:ext uri="{FF2B5EF4-FFF2-40B4-BE49-F238E27FC236}">
                <a16:creationId xmlns:a16="http://schemas.microsoft.com/office/drawing/2014/main" id="{BA6D6DB1-F36B-6B66-602E-C96342E1CD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3" name="Google Shape;4873;p7:notes">
            <a:extLst>
              <a:ext uri="{FF2B5EF4-FFF2-40B4-BE49-F238E27FC236}">
                <a16:creationId xmlns:a16="http://schemas.microsoft.com/office/drawing/2014/main" id="{891717A5-5D45-B8CC-AC8E-21827EE09A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7959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1">
          <a:extLst>
            <a:ext uri="{FF2B5EF4-FFF2-40B4-BE49-F238E27FC236}">
              <a16:creationId xmlns:a16="http://schemas.microsoft.com/office/drawing/2014/main" id="{45B60A2B-2043-3A90-32D5-ED00700F5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2" name="Google Shape;4872;p7:notes">
            <a:extLst>
              <a:ext uri="{FF2B5EF4-FFF2-40B4-BE49-F238E27FC236}">
                <a16:creationId xmlns:a16="http://schemas.microsoft.com/office/drawing/2014/main" id="{D85CC012-7BB4-2660-0639-288816439C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3" name="Google Shape;4873;p7:notes">
            <a:extLst>
              <a:ext uri="{FF2B5EF4-FFF2-40B4-BE49-F238E27FC236}">
                <a16:creationId xmlns:a16="http://schemas.microsoft.com/office/drawing/2014/main" id="{8468153A-AAE9-A789-4713-5BAAEFFE41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9450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1">
          <a:extLst>
            <a:ext uri="{FF2B5EF4-FFF2-40B4-BE49-F238E27FC236}">
              <a16:creationId xmlns:a16="http://schemas.microsoft.com/office/drawing/2014/main" id="{DFA7D384-C184-6F02-5097-01E5EC7D4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2" name="Google Shape;4872;p7:notes">
            <a:extLst>
              <a:ext uri="{FF2B5EF4-FFF2-40B4-BE49-F238E27FC236}">
                <a16:creationId xmlns:a16="http://schemas.microsoft.com/office/drawing/2014/main" id="{A6DCF81C-1ABE-DA9C-B807-979CAF3B9D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3" name="Google Shape;4873;p7:notes">
            <a:extLst>
              <a:ext uri="{FF2B5EF4-FFF2-40B4-BE49-F238E27FC236}">
                <a16:creationId xmlns:a16="http://schemas.microsoft.com/office/drawing/2014/main" id="{E5E57CCF-4531-DD68-00B4-505104206F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49195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1">
          <a:extLst>
            <a:ext uri="{FF2B5EF4-FFF2-40B4-BE49-F238E27FC236}">
              <a16:creationId xmlns:a16="http://schemas.microsoft.com/office/drawing/2014/main" id="{58BDDF71-9688-F1CC-E019-7935D1A2A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2" name="Google Shape;4872;p7:notes">
            <a:extLst>
              <a:ext uri="{FF2B5EF4-FFF2-40B4-BE49-F238E27FC236}">
                <a16:creationId xmlns:a16="http://schemas.microsoft.com/office/drawing/2014/main" id="{5E5D0134-83D1-14DE-764A-1EF143F9B6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3" name="Google Shape;4873;p7:notes">
            <a:extLst>
              <a:ext uri="{FF2B5EF4-FFF2-40B4-BE49-F238E27FC236}">
                <a16:creationId xmlns:a16="http://schemas.microsoft.com/office/drawing/2014/main" id="{57991E3E-2C71-9330-5907-50113E62FC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00439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1">
          <a:extLst>
            <a:ext uri="{FF2B5EF4-FFF2-40B4-BE49-F238E27FC236}">
              <a16:creationId xmlns:a16="http://schemas.microsoft.com/office/drawing/2014/main" id="{85662B81-9A33-2276-20F1-152D92C98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2" name="Google Shape;4872;p7:notes">
            <a:extLst>
              <a:ext uri="{FF2B5EF4-FFF2-40B4-BE49-F238E27FC236}">
                <a16:creationId xmlns:a16="http://schemas.microsoft.com/office/drawing/2014/main" id="{DDFD9BD7-67F8-480F-858C-74E76F605B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3" name="Google Shape;4873;p7:notes">
            <a:extLst>
              <a:ext uri="{FF2B5EF4-FFF2-40B4-BE49-F238E27FC236}">
                <a16:creationId xmlns:a16="http://schemas.microsoft.com/office/drawing/2014/main" id="{6AC35726-6162-E2B5-383B-31D716E3A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13613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1">
          <a:extLst>
            <a:ext uri="{FF2B5EF4-FFF2-40B4-BE49-F238E27FC236}">
              <a16:creationId xmlns:a16="http://schemas.microsoft.com/office/drawing/2014/main" id="{B34A951C-7485-71E6-F28B-47198DB2A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2" name="Google Shape;4872;p7:notes">
            <a:extLst>
              <a:ext uri="{FF2B5EF4-FFF2-40B4-BE49-F238E27FC236}">
                <a16:creationId xmlns:a16="http://schemas.microsoft.com/office/drawing/2014/main" id="{6E6828F8-BC0D-3283-43C9-BA9AA8F280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3" name="Google Shape;4873;p7:notes">
            <a:extLst>
              <a:ext uri="{FF2B5EF4-FFF2-40B4-BE49-F238E27FC236}">
                <a16:creationId xmlns:a16="http://schemas.microsoft.com/office/drawing/2014/main" id="{41AEE0BA-8D1E-DF67-3C4D-C0060B6E86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78544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5" name="Google Shape;489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6" name="Google Shape;48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11"/>
          <p:cNvGrpSpPr/>
          <p:nvPr/>
        </p:nvGrpSpPr>
        <p:grpSpPr>
          <a:xfrm>
            <a:off x="341083" y="470895"/>
            <a:ext cx="2706920" cy="9354736"/>
            <a:chOff x="-29032" y="436171"/>
            <a:chExt cx="2706920" cy="9354736"/>
          </a:xfrm>
        </p:grpSpPr>
        <p:pic>
          <p:nvPicPr>
            <p:cNvPr id="15" name="Google Shape;15;p11"/>
            <p:cNvPicPr preferRelativeResize="0"/>
            <p:nvPr/>
          </p:nvPicPr>
          <p:blipFill rotWithShape="1">
            <a:blip r:embed="rId2">
              <a:alphaModFix/>
            </a:blip>
            <a:srcRect l="13896" r="15743"/>
            <a:stretch/>
          </p:blipFill>
          <p:spPr>
            <a:xfrm>
              <a:off x="36286" y="456406"/>
              <a:ext cx="2627087" cy="9334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16;p11"/>
            <p:cNvPicPr preferRelativeResize="0"/>
            <p:nvPr/>
          </p:nvPicPr>
          <p:blipFill rotWithShape="1">
            <a:blip r:embed="rId3">
              <a:alphaModFix/>
            </a:blip>
            <a:srcRect l="13124" r="14350"/>
            <a:stretch/>
          </p:blipFill>
          <p:spPr>
            <a:xfrm>
              <a:off x="-29032" y="436171"/>
              <a:ext cx="2706920" cy="933528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" name="Google Shape;17;p11"/>
          <p:cNvGrpSpPr/>
          <p:nvPr/>
        </p:nvGrpSpPr>
        <p:grpSpPr>
          <a:xfrm rot="10800000">
            <a:off x="15283536" y="461370"/>
            <a:ext cx="2706920" cy="9373786"/>
            <a:chOff x="-29032" y="417121"/>
            <a:chExt cx="2706920" cy="9373786"/>
          </a:xfrm>
        </p:grpSpPr>
        <p:pic>
          <p:nvPicPr>
            <p:cNvPr id="18" name="Google Shape;18;p11"/>
            <p:cNvPicPr preferRelativeResize="0"/>
            <p:nvPr/>
          </p:nvPicPr>
          <p:blipFill rotWithShape="1">
            <a:blip r:embed="rId2">
              <a:alphaModFix/>
            </a:blip>
            <a:srcRect l="13896" r="15743"/>
            <a:stretch/>
          </p:blipFill>
          <p:spPr>
            <a:xfrm>
              <a:off x="36286" y="456406"/>
              <a:ext cx="2627087" cy="9334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11"/>
            <p:cNvPicPr preferRelativeResize="0"/>
            <p:nvPr/>
          </p:nvPicPr>
          <p:blipFill rotWithShape="1">
            <a:blip r:embed="rId3">
              <a:alphaModFix/>
            </a:blip>
            <a:srcRect l="13124" r="14350"/>
            <a:stretch/>
          </p:blipFill>
          <p:spPr>
            <a:xfrm>
              <a:off x="-29032" y="417121"/>
              <a:ext cx="2706920" cy="933528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Google Shape;20;p11"/>
          <p:cNvSpPr txBox="1">
            <a:spLocks noGrp="1"/>
          </p:cNvSpPr>
          <p:nvPr>
            <p:ph type="body" idx="1"/>
          </p:nvPr>
        </p:nvSpPr>
        <p:spPr>
          <a:xfrm>
            <a:off x="2590800" y="7022109"/>
            <a:ext cx="5844064" cy="676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CEA8F0"/>
              </a:buClr>
              <a:buSzPts val="4000"/>
              <a:buNone/>
              <a:defRPr sz="4000">
                <a:solidFill>
                  <a:srgbClr val="CEA8F0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subTitle" idx="2"/>
          </p:nvPr>
        </p:nvSpPr>
        <p:spPr>
          <a:xfrm>
            <a:off x="2598872" y="4075004"/>
            <a:ext cx="5844065" cy="700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561269"/>
              </a:buClr>
              <a:buSzPts val="4830"/>
              <a:buNone/>
              <a:defRPr sz="4830">
                <a:solidFill>
                  <a:srgbClr val="561269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2598874" y="2400895"/>
            <a:ext cx="584406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0026"/>
              </a:buClr>
              <a:buSzPts val="6000"/>
              <a:buFont typeface="Lilita One"/>
              <a:buNone/>
              <a:defRPr sz="6000">
                <a:solidFill>
                  <a:srgbClr val="3D0026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body" idx="3"/>
          </p:nvPr>
        </p:nvSpPr>
        <p:spPr>
          <a:xfrm>
            <a:off x="2598872" y="6314165"/>
            <a:ext cx="5844065" cy="676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CEA8F0"/>
              </a:buClr>
              <a:buSzPts val="4000"/>
              <a:buNone/>
              <a:defRPr sz="4000">
                <a:solidFill>
                  <a:srgbClr val="CEA8F0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body" idx="4"/>
          </p:nvPr>
        </p:nvSpPr>
        <p:spPr>
          <a:xfrm>
            <a:off x="2590800" y="4814435"/>
            <a:ext cx="5851525" cy="700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561269"/>
              </a:buClr>
              <a:buSzPts val="4830"/>
              <a:buNone/>
              <a:defRPr sz="4830">
                <a:solidFill>
                  <a:srgbClr val="561269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25" name="Google Shape;25;p11"/>
          <p:cNvGrpSpPr/>
          <p:nvPr/>
        </p:nvGrpSpPr>
        <p:grpSpPr>
          <a:xfrm>
            <a:off x="2970245" y="9309712"/>
            <a:ext cx="147504" cy="147504"/>
            <a:chOff x="0" y="0"/>
            <a:chExt cx="812800" cy="812800"/>
          </a:xfrm>
        </p:grpSpPr>
        <p:sp>
          <p:nvSpPr>
            <p:cNvPr id="26" name="Google Shape;26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8" name="Google Shape;28;p11"/>
          <p:cNvGrpSpPr/>
          <p:nvPr/>
        </p:nvGrpSpPr>
        <p:grpSpPr>
          <a:xfrm>
            <a:off x="3760171" y="9309712"/>
            <a:ext cx="147504" cy="147504"/>
            <a:chOff x="0" y="0"/>
            <a:chExt cx="812800" cy="812800"/>
          </a:xfrm>
        </p:grpSpPr>
        <p:sp>
          <p:nvSpPr>
            <p:cNvPr id="29" name="Google Shape;29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" name="Google Shape;31;p11"/>
          <p:cNvGrpSpPr/>
          <p:nvPr/>
        </p:nvGrpSpPr>
        <p:grpSpPr>
          <a:xfrm>
            <a:off x="3365208" y="9309712"/>
            <a:ext cx="147504" cy="147504"/>
            <a:chOff x="0" y="0"/>
            <a:chExt cx="812800" cy="812800"/>
          </a:xfrm>
        </p:grpSpPr>
        <p:sp>
          <p:nvSpPr>
            <p:cNvPr id="32" name="Google Shape;32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4" name="Google Shape;34;p11"/>
          <p:cNvGrpSpPr/>
          <p:nvPr/>
        </p:nvGrpSpPr>
        <p:grpSpPr>
          <a:xfrm>
            <a:off x="4550097" y="9309712"/>
            <a:ext cx="147504" cy="147504"/>
            <a:chOff x="0" y="0"/>
            <a:chExt cx="812800" cy="812800"/>
          </a:xfrm>
        </p:grpSpPr>
        <p:sp>
          <p:nvSpPr>
            <p:cNvPr id="35" name="Google Shape;35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7" name="Google Shape;37;p11"/>
          <p:cNvGrpSpPr/>
          <p:nvPr/>
        </p:nvGrpSpPr>
        <p:grpSpPr>
          <a:xfrm>
            <a:off x="4155134" y="9309712"/>
            <a:ext cx="147504" cy="147504"/>
            <a:chOff x="0" y="0"/>
            <a:chExt cx="812800" cy="812800"/>
          </a:xfrm>
        </p:grpSpPr>
        <p:sp>
          <p:nvSpPr>
            <p:cNvPr id="38" name="Google Shape;38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0" name="Google Shape;40;p11"/>
          <p:cNvGrpSpPr/>
          <p:nvPr/>
        </p:nvGrpSpPr>
        <p:grpSpPr>
          <a:xfrm>
            <a:off x="5340023" y="9309712"/>
            <a:ext cx="147504" cy="147504"/>
            <a:chOff x="0" y="0"/>
            <a:chExt cx="812800" cy="812800"/>
          </a:xfrm>
        </p:grpSpPr>
        <p:sp>
          <p:nvSpPr>
            <p:cNvPr id="41" name="Google Shape;41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3" name="Google Shape;43;p11"/>
          <p:cNvGrpSpPr/>
          <p:nvPr/>
        </p:nvGrpSpPr>
        <p:grpSpPr>
          <a:xfrm>
            <a:off x="4945060" y="9309712"/>
            <a:ext cx="147504" cy="147504"/>
            <a:chOff x="0" y="0"/>
            <a:chExt cx="812800" cy="812800"/>
          </a:xfrm>
        </p:grpSpPr>
        <p:sp>
          <p:nvSpPr>
            <p:cNvPr id="44" name="Google Shape;44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" name="Google Shape;46;p11"/>
          <p:cNvGrpSpPr/>
          <p:nvPr/>
        </p:nvGrpSpPr>
        <p:grpSpPr>
          <a:xfrm>
            <a:off x="6129949" y="9309712"/>
            <a:ext cx="147504" cy="147504"/>
            <a:chOff x="0" y="0"/>
            <a:chExt cx="812800" cy="812800"/>
          </a:xfrm>
        </p:grpSpPr>
        <p:sp>
          <p:nvSpPr>
            <p:cNvPr id="47" name="Google Shape;47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9" name="Google Shape;49;p11"/>
          <p:cNvGrpSpPr/>
          <p:nvPr/>
        </p:nvGrpSpPr>
        <p:grpSpPr>
          <a:xfrm>
            <a:off x="5734986" y="9309712"/>
            <a:ext cx="147504" cy="147504"/>
            <a:chOff x="0" y="0"/>
            <a:chExt cx="812800" cy="812800"/>
          </a:xfrm>
        </p:grpSpPr>
        <p:sp>
          <p:nvSpPr>
            <p:cNvPr id="50" name="Google Shape;50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52" name="Google Shape;52;p11"/>
          <p:cNvGrpSpPr/>
          <p:nvPr/>
        </p:nvGrpSpPr>
        <p:grpSpPr>
          <a:xfrm>
            <a:off x="6919875" y="9309712"/>
            <a:ext cx="147504" cy="147504"/>
            <a:chOff x="0" y="0"/>
            <a:chExt cx="812800" cy="812800"/>
          </a:xfrm>
        </p:grpSpPr>
        <p:sp>
          <p:nvSpPr>
            <p:cNvPr id="53" name="Google Shape;53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55" name="Google Shape;55;p11"/>
          <p:cNvGrpSpPr/>
          <p:nvPr/>
        </p:nvGrpSpPr>
        <p:grpSpPr>
          <a:xfrm>
            <a:off x="6524912" y="9309712"/>
            <a:ext cx="147504" cy="147504"/>
            <a:chOff x="0" y="0"/>
            <a:chExt cx="812800" cy="812800"/>
          </a:xfrm>
        </p:grpSpPr>
        <p:sp>
          <p:nvSpPr>
            <p:cNvPr id="56" name="Google Shape;56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58" name="Google Shape;58;p11"/>
          <p:cNvGrpSpPr/>
          <p:nvPr/>
        </p:nvGrpSpPr>
        <p:grpSpPr>
          <a:xfrm>
            <a:off x="7709801" y="9309712"/>
            <a:ext cx="147504" cy="147504"/>
            <a:chOff x="0" y="0"/>
            <a:chExt cx="812800" cy="812800"/>
          </a:xfrm>
        </p:grpSpPr>
        <p:sp>
          <p:nvSpPr>
            <p:cNvPr id="59" name="Google Shape;59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1" name="Google Shape;61;p11"/>
          <p:cNvGrpSpPr/>
          <p:nvPr/>
        </p:nvGrpSpPr>
        <p:grpSpPr>
          <a:xfrm>
            <a:off x="7314838" y="9309712"/>
            <a:ext cx="147504" cy="147504"/>
            <a:chOff x="0" y="0"/>
            <a:chExt cx="812800" cy="812800"/>
          </a:xfrm>
        </p:grpSpPr>
        <p:sp>
          <p:nvSpPr>
            <p:cNvPr id="62" name="Google Shape;62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4" name="Google Shape;64;p11"/>
          <p:cNvGrpSpPr/>
          <p:nvPr/>
        </p:nvGrpSpPr>
        <p:grpSpPr>
          <a:xfrm>
            <a:off x="8499727" y="9309712"/>
            <a:ext cx="147504" cy="147504"/>
            <a:chOff x="0" y="0"/>
            <a:chExt cx="812800" cy="812800"/>
          </a:xfrm>
        </p:grpSpPr>
        <p:sp>
          <p:nvSpPr>
            <p:cNvPr id="65" name="Google Shape;65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7" name="Google Shape;67;p11"/>
          <p:cNvGrpSpPr/>
          <p:nvPr/>
        </p:nvGrpSpPr>
        <p:grpSpPr>
          <a:xfrm>
            <a:off x="8104764" y="9309712"/>
            <a:ext cx="147504" cy="147504"/>
            <a:chOff x="0" y="0"/>
            <a:chExt cx="812800" cy="812800"/>
          </a:xfrm>
        </p:grpSpPr>
        <p:sp>
          <p:nvSpPr>
            <p:cNvPr id="68" name="Google Shape;68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70" name="Google Shape;70;p11"/>
          <p:cNvGrpSpPr/>
          <p:nvPr/>
        </p:nvGrpSpPr>
        <p:grpSpPr>
          <a:xfrm>
            <a:off x="9289653" y="9309712"/>
            <a:ext cx="147504" cy="147504"/>
            <a:chOff x="0" y="0"/>
            <a:chExt cx="812800" cy="812800"/>
          </a:xfrm>
        </p:grpSpPr>
        <p:sp>
          <p:nvSpPr>
            <p:cNvPr id="71" name="Google Shape;71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73" name="Google Shape;73;p11"/>
          <p:cNvGrpSpPr/>
          <p:nvPr/>
        </p:nvGrpSpPr>
        <p:grpSpPr>
          <a:xfrm>
            <a:off x="8894690" y="9309712"/>
            <a:ext cx="147504" cy="147504"/>
            <a:chOff x="0" y="0"/>
            <a:chExt cx="812800" cy="812800"/>
          </a:xfrm>
        </p:grpSpPr>
        <p:sp>
          <p:nvSpPr>
            <p:cNvPr id="74" name="Google Shape;74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76" name="Google Shape;76;p11"/>
          <p:cNvGrpSpPr/>
          <p:nvPr/>
        </p:nvGrpSpPr>
        <p:grpSpPr>
          <a:xfrm>
            <a:off x="10079579" y="9309712"/>
            <a:ext cx="147504" cy="147504"/>
            <a:chOff x="0" y="0"/>
            <a:chExt cx="812800" cy="812800"/>
          </a:xfrm>
        </p:grpSpPr>
        <p:sp>
          <p:nvSpPr>
            <p:cNvPr id="77" name="Google Shape;77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79" name="Google Shape;79;p11"/>
          <p:cNvGrpSpPr/>
          <p:nvPr/>
        </p:nvGrpSpPr>
        <p:grpSpPr>
          <a:xfrm>
            <a:off x="9684616" y="9309712"/>
            <a:ext cx="147504" cy="147504"/>
            <a:chOff x="0" y="0"/>
            <a:chExt cx="812800" cy="812800"/>
          </a:xfrm>
        </p:grpSpPr>
        <p:sp>
          <p:nvSpPr>
            <p:cNvPr id="80" name="Google Shape;80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82" name="Google Shape;82;p11"/>
          <p:cNvGrpSpPr/>
          <p:nvPr/>
        </p:nvGrpSpPr>
        <p:grpSpPr>
          <a:xfrm>
            <a:off x="10869505" y="9309712"/>
            <a:ext cx="147504" cy="147504"/>
            <a:chOff x="0" y="0"/>
            <a:chExt cx="812800" cy="812800"/>
          </a:xfrm>
        </p:grpSpPr>
        <p:sp>
          <p:nvSpPr>
            <p:cNvPr id="83" name="Google Shape;83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85" name="Google Shape;85;p11"/>
          <p:cNvGrpSpPr/>
          <p:nvPr/>
        </p:nvGrpSpPr>
        <p:grpSpPr>
          <a:xfrm>
            <a:off x="10474542" y="9309712"/>
            <a:ext cx="147504" cy="147504"/>
            <a:chOff x="0" y="0"/>
            <a:chExt cx="812800" cy="812800"/>
          </a:xfrm>
        </p:grpSpPr>
        <p:sp>
          <p:nvSpPr>
            <p:cNvPr id="86" name="Google Shape;86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88" name="Google Shape;88;p11"/>
          <p:cNvGrpSpPr/>
          <p:nvPr/>
        </p:nvGrpSpPr>
        <p:grpSpPr>
          <a:xfrm>
            <a:off x="11659431" y="9309712"/>
            <a:ext cx="147504" cy="147504"/>
            <a:chOff x="0" y="0"/>
            <a:chExt cx="812800" cy="812800"/>
          </a:xfrm>
        </p:grpSpPr>
        <p:sp>
          <p:nvSpPr>
            <p:cNvPr id="89" name="Google Shape;89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91" name="Google Shape;91;p11"/>
          <p:cNvGrpSpPr/>
          <p:nvPr/>
        </p:nvGrpSpPr>
        <p:grpSpPr>
          <a:xfrm>
            <a:off x="11264468" y="9309712"/>
            <a:ext cx="147504" cy="147504"/>
            <a:chOff x="0" y="0"/>
            <a:chExt cx="812800" cy="812800"/>
          </a:xfrm>
        </p:grpSpPr>
        <p:sp>
          <p:nvSpPr>
            <p:cNvPr id="92" name="Google Shape;92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94" name="Google Shape;94;p11"/>
          <p:cNvGrpSpPr/>
          <p:nvPr/>
        </p:nvGrpSpPr>
        <p:grpSpPr>
          <a:xfrm>
            <a:off x="12449357" y="9309712"/>
            <a:ext cx="147504" cy="147504"/>
            <a:chOff x="0" y="0"/>
            <a:chExt cx="812800" cy="812800"/>
          </a:xfrm>
        </p:grpSpPr>
        <p:sp>
          <p:nvSpPr>
            <p:cNvPr id="95" name="Google Shape;95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97" name="Google Shape;97;p11"/>
          <p:cNvGrpSpPr/>
          <p:nvPr/>
        </p:nvGrpSpPr>
        <p:grpSpPr>
          <a:xfrm>
            <a:off x="12054394" y="9309712"/>
            <a:ext cx="147504" cy="147504"/>
            <a:chOff x="0" y="0"/>
            <a:chExt cx="812800" cy="812800"/>
          </a:xfrm>
        </p:grpSpPr>
        <p:sp>
          <p:nvSpPr>
            <p:cNvPr id="98" name="Google Shape;98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00" name="Google Shape;100;p11"/>
          <p:cNvGrpSpPr/>
          <p:nvPr/>
        </p:nvGrpSpPr>
        <p:grpSpPr>
          <a:xfrm>
            <a:off x="13239283" y="9309712"/>
            <a:ext cx="147504" cy="147504"/>
            <a:chOff x="0" y="0"/>
            <a:chExt cx="812800" cy="812800"/>
          </a:xfrm>
        </p:grpSpPr>
        <p:sp>
          <p:nvSpPr>
            <p:cNvPr id="101" name="Google Shape;101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03" name="Google Shape;103;p11"/>
          <p:cNvGrpSpPr/>
          <p:nvPr/>
        </p:nvGrpSpPr>
        <p:grpSpPr>
          <a:xfrm>
            <a:off x="12844320" y="9309712"/>
            <a:ext cx="147504" cy="147504"/>
            <a:chOff x="0" y="0"/>
            <a:chExt cx="812800" cy="812800"/>
          </a:xfrm>
        </p:grpSpPr>
        <p:sp>
          <p:nvSpPr>
            <p:cNvPr id="104" name="Google Shape;104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06" name="Google Shape;106;p11"/>
          <p:cNvGrpSpPr/>
          <p:nvPr/>
        </p:nvGrpSpPr>
        <p:grpSpPr>
          <a:xfrm>
            <a:off x="14029209" y="9309712"/>
            <a:ext cx="147504" cy="147504"/>
            <a:chOff x="0" y="0"/>
            <a:chExt cx="812800" cy="812800"/>
          </a:xfrm>
        </p:grpSpPr>
        <p:sp>
          <p:nvSpPr>
            <p:cNvPr id="107" name="Google Shape;107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09" name="Google Shape;109;p11"/>
          <p:cNvGrpSpPr/>
          <p:nvPr/>
        </p:nvGrpSpPr>
        <p:grpSpPr>
          <a:xfrm>
            <a:off x="13634246" y="9309712"/>
            <a:ext cx="147504" cy="147504"/>
            <a:chOff x="0" y="0"/>
            <a:chExt cx="812800" cy="812800"/>
          </a:xfrm>
        </p:grpSpPr>
        <p:sp>
          <p:nvSpPr>
            <p:cNvPr id="110" name="Google Shape;110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12" name="Google Shape;112;p11"/>
          <p:cNvGrpSpPr/>
          <p:nvPr/>
        </p:nvGrpSpPr>
        <p:grpSpPr>
          <a:xfrm>
            <a:off x="14820237" y="9309712"/>
            <a:ext cx="147504" cy="147504"/>
            <a:chOff x="0" y="0"/>
            <a:chExt cx="812800" cy="812800"/>
          </a:xfrm>
        </p:grpSpPr>
        <p:sp>
          <p:nvSpPr>
            <p:cNvPr id="113" name="Google Shape;113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4424172" y="9309712"/>
            <a:ext cx="147504" cy="147504"/>
            <a:chOff x="0" y="0"/>
            <a:chExt cx="812800" cy="812800"/>
          </a:xfrm>
        </p:grpSpPr>
        <p:sp>
          <p:nvSpPr>
            <p:cNvPr id="116" name="Google Shape;116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18" name="Google Shape;118;p11"/>
          <p:cNvGrpSpPr/>
          <p:nvPr/>
        </p:nvGrpSpPr>
        <p:grpSpPr>
          <a:xfrm>
            <a:off x="15561748" y="9309712"/>
            <a:ext cx="147504" cy="147504"/>
            <a:chOff x="0" y="0"/>
            <a:chExt cx="812800" cy="812800"/>
          </a:xfrm>
        </p:grpSpPr>
        <p:sp>
          <p:nvSpPr>
            <p:cNvPr id="119" name="Google Shape;119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21" name="Google Shape;121;p11"/>
          <p:cNvGrpSpPr/>
          <p:nvPr/>
        </p:nvGrpSpPr>
        <p:grpSpPr>
          <a:xfrm>
            <a:off x="15214012" y="9309712"/>
            <a:ext cx="147504" cy="147504"/>
            <a:chOff x="0" y="0"/>
            <a:chExt cx="812800" cy="812800"/>
          </a:xfrm>
        </p:grpSpPr>
        <p:sp>
          <p:nvSpPr>
            <p:cNvPr id="122" name="Google Shape;122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24" name="Google Shape;124;p11"/>
          <p:cNvGrpSpPr/>
          <p:nvPr/>
        </p:nvGrpSpPr>
        <p:grpSpPr>
          <a:xfrm>
            <a:off x="3365208" y="9089804"/>
            <a:ext cx="147504" cy="147504"/>
            <a:chOff x="0" y="0"/>
            <a:chExt cx="812800" cy="812800"/>
          </a:xfrm>
        </p:grpSpPr>
        <p:sp>
          <p:nvSpPr>
            <p:cNvPr id="125" name="Google Shape;125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27" name="Google Shape;127;p11"/>
          <p:cNvGrpSpPr/>
          <p:nvPr/>
        </p:nvGrpSpPr>
        <p:grpSpPr>
          <a:xfrm>
            <a:off x="2970245" y="9089804"/>
            <a:ext cx="147504" cy="147504"/>
            <a:chOff x="0" y="0"/>
            <a:chExt cx="812800" cy="812800"/>
          </a:xfrm>
        </p:grpSpPr>
        <p:sp>
          <p:nvSpPr>
            <p:cNvPr id="128" name="Google Shape;128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30" name="Google Shape;130;p11"/>
          <p:cNvGrpSpPr/>
          <p:nvPr/>
        </p:nvGrpSpPr>
        <p:grpSpPr>
          <a:xfrm>
            <a:off x="3760171" y="9089804"/>
            <a:ext cx="147504" cy="147504"/>
            <a:chOff x="0" y="0"/>
            <a:chExt cx="812800" cy="812800"/>
          </a:xfrm>
        </p:grpSpPr>
        <p:sp>
          <p:nvSpPr>
            <p:cNvPr id="131" name="Google Shape;131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33" name="Google Shape;133;p11"/>
          <p:cNvGrpSpPr/>
          <p:nvPr/>
        </p:nvGrpSpPr>
        <p:grpSpPr>
          <a:xfrm>
            <a:off x="4550097" y="9098643"/>
            <a:ext cx="147504" cy="147504"/>
            <a:chOff x="0" y="0"/>
            <a:chExt cx="812800" cy="812800"/>
          </a:xfrm>
        </p:grpSpPr>
        <p:sp>
          <p:nvSpPr>
            <p:cNvPr id="134" name="Google Shape;134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36" name="Google Shape;136;p11"/>
          <p:cNvGrpSpPr/>
          <p:nvPr/>
        </p:nvGrpSpPr>
        <p:grpSpPr>
          <a:xfrm>
            <a:off x="4155134" y="9089804"/>
            <a:ext cx="147504" cy="147504"/>
            <a:chOff x="0" y="0"/>
            <a:chExt cx="812800" cy="812800"/>
          </a:xfrm>
        </p:grpSpPr>
        <p:sp>
          <p:nvSpPr>
            <p:cNvPr id="137" name="Google Shape;137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39" name="Google Shape;139;p11"/>
          <p:cNvGrpSpPr/>
          <p:nvPr/>
        </p:nvGrpSpPr>
        <p:grpSpPr>
          <a:xfrm>
            <a:off x="4945060" y="9089804"/>
            <a:ext cx="147504" cy="147504"/>
            <a:chOff x="0" y="0"/>
            <a:chExt cx="812800" cy="812800"/>
          </a:xfrm>
        </p:grpSpPr>
        <p:sp>
          <p:nvSpPr>
            <p:cNvPr id="140" name="Google Shape;140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42" name="Google Shape;142;p11"/>
          <p:cNvGrpSpPr/>
          <p:nvPr/>
        </p:nvGrpSpPr>
        <p:grpSpPr>
          <a:xfrm>
            <a:off x="5734986" y="9089804"/>
            <a:ext cx="147504" cy="147504"/>
            <a:chOff x="0" y="0"/>
            <a:chExt cx="812800" cy="812800"/>
          </a:xfrm>
        </p:grpSpPr>
        <p:sp>
          <p:nvSpPr>
            <p:cNvPr id="143" name="Google Shape;143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45" name="Google Shape;145;p11"/>
          <p:cNvGrpSpPr/>
          <p:nvPr/>
        </p:nvGrpSpPr>
        <p:grpSpPr>
          <a:xfrm>
            <a:off x="5340023" y="9089804"/>
            <a:ext cx="147504" cy="147504"/>
            <a:chOff x="0" y="0"/>
            <a:chExt cx="812800" cy="812800"/>
          </a:xfrm>
        </p:grpSpPr>
        <p:sp>
          <p:nvSpPr>
            <p:cNvPr id="146" name="Google Shape;146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48" name="Google Shape;148;p11"/>
          <p:cNvGrpSpPr/>
          <p:nvPr/>
        </p:nvGrpSpPr>
        <p:grpSpPr>
          <a:xfrm>
            <a:off x="6129949" y="9089804"/>
            <a:ext cx="147504" cy="147504"/>
            <a:chOff x="0" y="0"/>
            <a:chExt cx="812800" cy="812800"/>
          </a:xfrm>
        </p:grpSpPr>
        <p:sp>
          <p:nvSpPr>
            <p:cNvPr id="149" name="Google Shape;149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51" name="Google Shape;151;p11"/>
          <p:cNvGrpSpPr/>
          <p:nvPr/>
        </p:nvGrpSpPr>
        <p:grpSpPr>
          <a:xfrm>
            <a:off x="6919875" y="9089804"/>
            <a:ext cx="147504" cy="147504"/>
            <a:chOff x="0" y="0"/>
            <a:chExt cx="812800" cy="812800"/>
          </a:xfrm>
        </p:grpSpPr>
        <p:sp>
          <p:nvSpPr>
            <p:cNvPr id="152" name="Google Shape;152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54" name="Google Shape;154;p11"/>
          <p:cNvGrpSpPr/>
          <p:nvPr/>
        </p:nvGrpSpPr>
        <p:grpSpPr>
          <a:xfrm>
            <a:off x="6524912" y="9089804"/>
            <a:ext cx="147504" cy="147504"/>
            <a:chOff x="0" y="0"/>
            <a:chExt cx="812800" cy="812800"/>
          </a:xfrm>
        </p:grpSpPr>
        <p:sp>
          <p:nvSpPr>
            <p:cNvPr id="155" name="Google Shape;155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57" name="Google Shape;157;p11"/>
          <p:cNvGrpSpPr/>
          <p:nvPr/>
        </p:nvGrpSpPr>
        <p:grpSpPr>
          <a:xfrm>
            <a:off x="7314838" y="9089804"/>
            <a:ext cx="147504" cy="147504"/>
            <a:chOff x="0" y="0"/>
            <a:chExt cx="812800" cy="812800"/>
          </a:xfrm>
        </p:grpSpPr>
        <p:sp>
          <p:nvSpPr>
            <p:cNvPr id="158" name="Google Shape;158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60" name="Google Shape;160;p11"/>
          <p:cNvGrpSpPr/>
          <p:nvPr/>
        </p:nvGrpSpPr>
        <p:grpSpPr>
          <a:xfrm>
            <a:off x="8104764" y="9089804"/>
            <a:ext cx="147504" cy="147504"/>
            <a:chOff x="0" y="0"/>
            <a:chExt cx="812800" cy="812800"/>
          </a:xfrm>
        </p:grpSpPr>
        <p:sp>
          <p:nvSpPr>
            <p:cNvPr id="161" name="Google Shape;161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63" name="Google Shape;163;p11"/>
          <p:cNvGrpSpPr/>
          <p:nvPr/>
        </p:nvGrpSpPr>
        <p:grpSpPr>
          <a:xfrm>
            <a:off x="7709801" y="9089804"/>
            <a:ext cx="147504" cy="147504"/>
            <a:chOff x="0" y="0"/>
            <a:chExt cx="812800" cy="812800"/>
          </a:xfrm>
        </p:grpSpPr>
        <p:sp>
          <p:nvSpPr>
            <p:cNvPr id="164" name="Google Shape;164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66" name="Google Shape;166;p11"/>
          <p:cNvGrpSpPr/>
          <p:nvPr/>
        </p:nvGrpSpPr>
        <p:grpSpPr>
          <a:xfrm>
            <a:off x="8894690" y="9089804"/>
            <a:ext cx="147504" cy="147504"/>
            <a:chOff x="0" y="0"/>
            <a:chExt cx="812800" cy="812800"/>
          </a:xfrm>
        </p:grpSpPr>
        <p:sp>
          <p:nvSpPr>
            <p:cNvPr id="167" name="Google Shape;167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69" name="Google Shape;169;p11"/>
          <p:cNvGrpSpPr/>
          <p:nvPr/>
        </p:nvGrpSpPr>
        <p:grpSpPr>
          <a:xfrm>
            <a:off x="9684616" y="9089804"/>
            <a:ext cx="147504" cy="147504"/>
            <a:chOff x="0" y="0"/>
            <a:chExt cx="812800" cy="812800"/>
          </a:xfrm>
        </p:grpSpPr>
        <p:sp>
          <p:nvSpPr>
            <p:cNvPr id="170" name="Google Shape;170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72" name="Google Shape;172;p11"/>
          <p:cNvGrpSpPr/>
          <p:nvPr/>
        </p:nvGrpSpPr>
        <p:grpSpPr>
          <a:xfrm>
            <a:off x="9289653" y="9089804"/>
            <a:ext cx="147504" cy="147504"/>
            <a:chOff x="0" y="0"/>
            <a:chExt cx="812800" cy="812800"/>
          </a:xfrm>
        </p:grpSpPr>
        <p:sp>
          <p:nvSpPr>
            <p:cNvPr id="173" name="Google Shape;173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75" name="Google Shape;175;p11"/>
          <p:cNvGrpSpPr/>
          <p:nvPr/>
        </p:nvGrpSpPr>
        <p:grpSpPr>
          <a:xfrm>
            <a:off x="10079579" y="9089804"/>
            <a:ext cx="147504" cy="147504"/>
            <a:chOff x="0" y="0"/>
            <a:chExt cx="812800" cy="812800"/>
          </a:xfrm>
        </p:grpSpPr>
        <p:sp>
          <p:nvSpPr>
            <p:cNvPr id="176" name="Google Shape;176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78" name="Google Shape;178;p11"/>
          <p:cNvGrpSpPr/>
          <p:nvPr/>
        </p:nvGrpSpPr>
        <p:grpSpPr>
          <a:xfrm>
            <a:off x="10869505" y="9089804"/>
            <a:ext cx="147504" cy="147504"/>
            <a:chOff x="0" y="0"/>
            <a:chExt cx="812800" cy="812800"/>
          </a:xfrm>
        </p:grpSpPr>
        <p:sp>
          <p:nvSpPr>
            <p:cNvPr id="179" name="Google Shape;179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1" name="Google Shape;181;p11"/>
          <p:cNvGrpSpPr/>
          <p:nvPr/>
        </p:nvGrpSpPr>
        <p:grpSpPr>
          <a:xfrm>
            <a:off x="10474542" y="9089804"/>
            <a:ext cx="147504" cy="147504"/>
            <a:chOff x="0" y="0"/>
            <a:chExt cx="812800" cy="812800"/>
          </a:xfrm>
        </p:grpSpPr>
        <p:sp>
          <p:nvSpPr>
            <p:cNvPr id="182" name="Google Shape;182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4" name="Google Shape;184;p11"/>
          <p:cNvGrpSpPr/>
          <p:nvPr/>
        </p:nvGrpSpPr>
        <p:grpSpPr>
          <a:xfrm>
            <a:off x="11264468" y="9089804"/>
            <a:ext cx="147504" cy="147504"/>
            <a:chOff x="0" y="0"/>
            <a:chExt cx="812800" cy="812800"/>
          </a:xfrm>
        </p:grpSpPr>
        <p:sp>
          <p:nvSpPr>
            <p:cNvPr id="185" name="Google Shape;185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7" name="Google Shape;187;p11"/>
          <p:cNvGrpSpPr/>
          <p:nvPr/>
        </p:nvGrpSpPr>
        <p:grpSpPr>
          <a:xfrm>
            <a:off x="12054394" y="9089804"/>
            <a:ext cx="147504" cy="147504"/>
            <a:chOff x="0" y="0"/>
            <a:chExt cx="812800" cy="812800"/>
          </a:xfrm>
        </p:grpSpPr>
        <p:sp>
          <p:nvSpPr>
            <p:cNvPr id="188" name="Google Shape;188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0" name="Google Shape;190;p11"/>
          <p:cNvGrpSpPr/>
          <p:nvPr/>
        </p:nvGrpSpPr>
        <p:grpSpPr>
          <a:xfrm>
            <a:off x="11659431" y="9089804"/>
            <a:ext cx="147504" cy="147504"/>
            <a:chOff x="0" y="0"/>
            <a:chExt cx="812800" cy="812800"/>
          </a:xfrm>
        </p:grpSpPr>
        <p:sp>
          <p:nvSpPr>
            <p:cNvPr id="191" name="Google Shape;191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3" name="Google Shape;193;p11"/>
          <p:cNvGrpSpPr/>
          <p:nvPr/>
        </p:nvGrpSpPr>
        <p:grpSpPr>
          <a:xfrm>
            <a:off x="12449357" y="9089804"/>
            <a:ext cx="147504" cy="147504"/>
            <a:chOff x="0" y="0"/>
            <a:chExt cx="812800" cy="812800"/>
          </a:xfrm>
        </p:grpSpPr>
        <p:sp>
          <p:nvSpPr>
            <p:cNvPr id="194" name="Google Shape;194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6" name="Google Shape;196;p11"/>
          <p:cNvGrpSpPr/>
          <p:nvPr/>
        </p:nvGrpSpPr>
        <p:grpSpPr>
          <a:xfrm>
            <a:off x="13239283" y="9089804"/>
            <a:ext cx="147504" cy="147504"/>
            <a:chOff x="0" y="0"/>
            <a:chExt cx="812800" cy="812800"/>
          </a:xfrm>
        </p:grpSpPr>
        <p:sp>
          <p:nvSpPr>
            <p:cNvPr id="197" name="Google Shape;197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9" name="Google Shape;199;p11"/>
          <p:cNvGrpSpPr/>
          <p:nvPr/>
        </p:nvGrpSpPr>
        <p:grpSpPr>
          <a:xfrm>
            <a:off x="12844320" y="9089804"/>
            <a:ext cx="147504" cy="147504"/>
            <a:chOff x="0" y="0"/>
            <a:chExt cx="812800" cy="812800"/>
          </a:xfrm>
        </p:grpSpPr>
        <p:sp>
          <p:nvSpPr>
            <p:cNvPr id="200" name="Google Shape;200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2" name="Google Shape;202;p11"/>
          <p:cNvGrpSpPr/>
          <p:nvPr/>
        </p:nvGrpSpPr>
        <p:grpSpPr>
          <a:xfrm>
            <a:off x="13634246" y="9089804"/>
            <a:ext cx="147504" cy="147504"/>
            <a:chOff x="0" y="0"/>
            <a:chExt cx="812800" cy="812800"/>
          </a:xfrm>
        </p:grpSpPr>
        <p:sp>
          <p:nvSpPr>
            <p:cNvPr id="203" name="Google Shape;203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5" name="Google Shape;205;p11"/>
          <p:cNvGrpSpPr/>
          <p:nvPr/>
        </p:nvGrpSpPr>
        <p:grpSpPr>
          <a:xfrm>
            <a:off x="14424172" y="9089804"/>
            <a:ext cx="147504" cy="147504"/>
            <a:chOff x="0" y="0"/>
            <a:chExt cx="812800" cy="812800"/>
          </a:xfrm>
        </p:grpSpPr>
        <p:sp>
          <p:nvSpPr>
            <p:cNvPr id="206" name="Google Shape;206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8" name="Google Shape;208;p11"/>
          <p:cNvGrpSpPr/>
          <p:nvPr/>
        </p:nvGrpSpPr>
        <p:grpSpPr>
          <a:xfrm>
            <a:off x="14029209" y="9089804"/>
            <a:ext cx="147504" cy="147504"/>
            <a:chOff x="0" y="0"/>
            <a:chExt cx="812800" cy="812800"/>
          </a:xfrm>
        </p:grpSpPr>
        <p:sp>
          <p:nvSpPr>
            <p:cNvPr id="209" name="Google Shape;209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11" name="Google Shape;211;p11"/>
          <p:cNvGrpSpPr/>
          <p:nvPr/>
        </p:nvGrpSpPr>
        <p:grpSpPr>
          <a:xfrm>
            <a:off x="8499727" y="9089804"/>
            <a:ext cx="147504" cy="147504"/>
            <a:chOff x="0" y="0"/>
            <a:chExt cx="812800" cy="812800"/>
          </a:xfrm>
        </p:grpSpPr>
        <p:sp>
          <p:nvSpPr>
            <p:cNvPr id="212" name="Google Shape;212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14" name="Google Shape;214;p11"/>
          <p:cNvGrpSpPr/>
          <p:nvPr/>
        </p:nvGrpSpPr>
        <p:grpSpPr>
          <a:xfrm>
            <a:off x="14820237" y="9089804"/>
            <a:ext cx="147504" cy="147504"/>
            <a:chOff x="0" y="0"/>
            <a:chExt cx="812800" cy="812800"/>
          </a:xfrm>
        </p:grpSpPr>
        <p:sp>
          <p:nvSpPr>
            <p:cNvPr id="215" name="Google Shape;215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17" name="Google Shape;217;p11"/>
          <p:cNvGrpSpPr/>
          <p:nvPr/>
        </p:nvGrpSpPr>
        <p:grpSpPr>
          <a:xfrm>
            <a:off x="15214012" y="9089804"/>
            <a:ext cx="147504" cy="147504"/>
            <a:chOff x="0" y="0"/>
            <a:chExt cx="812800" cy="812800"/>
          </a:xfrm>
        </p:grpSpPr>
        <p:sp>
          <p:nvSpPr>
            <p:cNvPr id="218" name="Google Shape;218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20" name="Google Shape;220;p11"/>
          <p:cNvGrpSpPr/>
          <p:nvPr/>
        </p:nvGrpSpPr>
        <p:grpSpPr>
          <a:xfrm>
            <a:off x="15561748" y="9089804"/>
            <a:ext cx="147504" cy="147504"/>
            <a:chOff x="0" y="0"/>
            <a:chExt cx="812800" cy="812800"/>
          </a:xfrm>
        </p:grpSpPr>
        <p:sp>
          <p:nvSpPr>
            <p:cNvPr id="221" name="Google Shape;221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23" name="Google Shape;223;p11"/>
          <p:cNvGrpSpPr/>
          <p:nvPr/>
        </p:nvGrpSpPr>
        <p:grpSpPr>
          <a:xfrm>
            <a:off x="2575282" y="1113274"/>
            <a:ext cx="147504" cy="147504"/>
            <a:chOff x="0" y="0"/>
            <a:chExt cx="812800" cy="812800"/>
          </a:xfrm>
        </p:grpSpPr>
        <p:sp>
          <p:nvSpPr>
            <p:cNvPr id="224" name="Google Shape;224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26" name="Google Shape;226;p11"/>
          <p:cNvGrpSpPr/>
          <p:nvPr/>
        </p:nvGrpSpPr>
        <p:grpSpPr>
          <a:xfrm>
            <a:off x="3365208" y="1113274"/>
            <a:ext cx="147504" cy="147504"/>
            <a:chOff x="0" y="0"/>
            <a:chExt cx="812800" cy="812800"/>
          </a:xfrm>
        </p:grpSpPr>
        <p:sp>
          <p:nvSpPr>
            <p:cNvPr id="227" name="Google Shape;227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29" name="Google Shape;229;p11"/>
          <p:cNvGrpSpPr/>
          <p:nvPr/>
        </p:nvGrpSpPr>
        <p:grpSpPr>
          <a:xfrm>
            <a:off x="2970245" y="1113274"/>
            <a:ext cx="147504" cy="147504"/>
            <a:chOff x="0" y="0"/>
            <a:chExt cx="812800" cy="812800"/>
          </a:xfrm>
        </p:grpSpPr>
        <p:sp>
          <p:nvSpPr>
            <p:cNvPr id="230" name="Google Shape;230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32" name="Google Shape;232;p11"/>
          <p:cNvGrpSpPr/>
          <p:nvPr/>
        </p:nvGrpSpPr>
        <p:grpSpPr>
          <a:xfrm>
            <a:off x="3760171" y="1113274"/>
            <a:ext cx="147504" cy="147504"/>
            <a:chOff x="0" y="0"/>
            <a:chExt cx="812800" cy="812800"/>
          </a:xfrm>
        </p:grpSpPr>
        <p:sp>
          <p:nvSpPr>
            <p:cNvPr id="233" name="Google Shape;233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35" name="Google Shape;235;p11"/>
          <p:cNvGrpSpPr/>
          <p:nvPr/>
        </p:nvGrpSpPr>
        <p:grpSpPr>
          <a:xfrm>
            <a:off x="4550097" y="1113274"/>
            <a:ext cx="147504" cy="147504"/>
            <a:chOff x="0" y="0"/>
            <a:chExt cx="812800" cy="812800"/>
          </a:xfrm>
        </p:grpSpPr>
        <p:sp>
          <p:nvSpPr>
            <p:cNvPr id="236" name="Google Shape;236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38" name="Google Shape;238;p11"/>
          <p:cNvGrpSpPr/>
          <p:nvPr/>
        </p:nvGrpSpPr>
        <p:grpSpPr>
          <a:xfrm>
            <a:off x="4155134" y="1113274"/>
            <a:ext cx="147504" cy="147504"/>
            <a:chOff x="0" y="0"/>
            <a:chExt cx="812800" cy="812800"/>
          </a:xfrm>
        </p:grpSpPr>
        <p:sp>
          <p:nvSpPr>
            <p:cNvPr id="239" name="Google Shape;239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41" name="Google Shape;241;p11"/>
          <p:cNvGrpSpPr/>
          <p:nvPr/>
        </p:nvGrpSpPr>
        <p:grpSpPr>
          <a:xfrm>
            <a:off x="4945060" y="1113274"/>
            <a:ext cx="147504" cy="147504"/>
            <a:chOff x="0" y="0"/>
            <a:chExt cx="812800" cy="812800"/>
          </a:xfrm>
        </p:grpSpPr>
        <p:sp>
          <p:nvSpPr>
            <p:cNvPr id="242" name="Google Shape;242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44" name="Google Shape;244;p11"/>
          <p:cNvGrpSpPr/>
          <p:nvPr/>
        </p:nvGrpSpPr>
        <p:grpSpPr>
          <a:xfrm>
            <a:off x="5734986" y="1113274"/>
            <a:ext cx="147504" cy="147504"/>
            <a:chOff x="0" y="0"/>
            <a:chExt cx="812800" cy="812800"/>
          </a:xfrm>
        </p:grpSpPr>
        <p:sp>
          <p:nvSpPr>
            <p:cNvPr id="245" name="Google Shape;245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47" name="Google Shape;247;p11"/>
          <p:cNvGrpSpPr/>
          <p:nvPr/>
        </p:nvGrpSpPr>
        <p:grpSpPr>
          <a:xfrm>
            <a:off x="5340023" y="1113274"/>
            <a:ext cx="147504" cy="147504"/>
            <a:chOff x="0" y="0"/>
            <a:chExt cx="812800" cy="812800"/>
          </a:xfrm>
        </p:grpSpPr>
        <p:sp>
          <p:nvSpPr>
            <p:cNvPr id="248" name="Google Shape;248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0" name="Google Shape;250;p11"/>
          <p:cNvGrpSpPr/>
          <p:nvPr/>
        </p:nvGrpSpPr>
        <p:grpSpPr>
          <a:xfrm>
            <a:off x="6129949" y="1113274"/>
            <a:ext cx="147504" cy="147504"/>
            <a:chOff x="0" y="0"/>
            <a:chExt cx="812800" cy="812800"/>
          </a:xfrm>
        </p:grpSpPr>
        <p:sp>
          <p:nvSpPr>
            <p:cNvPr id="251" name="Google Shape;251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3" name="Google Shape;253;p11"/>
          <p:cNvGrpSpPr/>
          <p:nvPr/>
        </p:nvGrpSpPr>
        <p:grpSpPr>
          <a:xfrm>
            <a:off x="6919875" y="1113274"/>
            <a:ext cx="147504" cy="147504"/>
            <a:chOff x="0" y="0"/>
            <a:chExt cx="812800" cy="812800"/>
          </a:xfrm>
        </p:grpSpPr>
        <p:sp>
          <p:nvSpPr>
            <p:cNvPr id="254" name="Google Shape;254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6" name="Google Shape;256;p11"/>
          <p:cNvGrpSpPr/>
          <p:nvPr/>
        </p:nvGrpSpPr>
        <p:grpSpPr>
          <a:xfrm>
            <a:off x="6524912" y="1113274"/>
            <a:ext cx="147504" cy="147504"/>
            <a:chOff x="0" y="0"/>
            <a:chExt cx="812800" cy="812800"/>
          </a:xfrm>
        </p:grpSpPr>
        <p:sp>
          <p:nvSpPr>
            <p:cNvPr id="257" name="Google Shape;257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9" name="Google Shape;259;p11"/>
          <p:cNvGrpSpPr/>
          <p:nvPr/>
        </p:nvGrpSpPr>
        <p:grpSpPr>
          <a:xfrm>
            <a:off x="7314838" y="1113274"/>
            <a:ext cx="147504" cy="147504"/>
            <a:chOff x="0" y="0"/>
            <a:chExt cx="812800" cy="812800"/>
          </a:xfrm>
        </p:grpSpPr>
        <p:sp>
          <p:nvSpPr>
            <p:cNvPr id="260" name="Google Shape;260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62" name="Google Shape;262;p11"/>
          <p:cNvGrpSpPr/>
          <p:nvPr/>
        </p:nvGrpSpPr>
        <p:grpSpPr>
          <a:xfrm>
            <a:off x="8104764" y="1113274"/>
            <a:ext cx="147504" cy="147504"/>
            <a:chOff x="0" y="0"/>
            <a:chExt cx="812800" cy="812800"/>
          </a:xfrm>
        </p:grpSpPr>
        <p:sp>
          <p:nvSpPr>
            <p:cNvPr id="263" name="Google Shape;263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65" name="Google Shape;265;p11"/>
          <p:cNvGrpSpPr/>
          <p:nvPr/>
        </p:nvGrpSpPr>
        <p:grpSpPr>
          <a:xfrm>
            <a:off x="7709801" y="1113274"/>
            <a:ext cx="147504" cy="147504"/>
            <a:chOff x="0" y="0"/>
            <a:chExt cx="812800" cy="812800"/>
          </a:xfrm>
        </p:grpSpPr>
        <p:sp>
          <p:nvSpPr>
            <p:cNvPr id="266" name="Google Shape;266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68" name="Google Shape;268;p11"/>
          <p:cNvGrpSpPr/>
          <p:nvPr/>
        </p:nvGrpSpPr>
        <p:grpSpPr>
          <a:xfrm>
            <a:off x="8894690" y="1113274"/>
            <a:ext cx="147504" cy="147504"/>
            <a:chOff x="0" y="0"/>
            <a:chExt cx="812800" cy="812800"/>
          </a:xfrm>
        </p:grpSpPr>
        <p:sp>
          <p:nvSpPr>
            <p:cNvPr id="269" name="Google Shape;269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71" name="Google Shape;271;p11"/>
          <p:cNvGrpSpPr/>
          <p:nvPr/>
        </p:nvGrpSpPr>
        <p:grpSpPr>
          <a:xfrm>
            <a:off x="9684616" y="1113274"/>
            <a:ext cx="147504" cy="147504"/>
            <a:chOff x="0" y="0"/>
            <a:chExt cx="812800" cy="812800"/>
          </a:xfrm>
        </p:grpSpPr>
        <p:sp>
          <p:nvSpPr>
            <p:cNvPr id="272" name="Google Shape;272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74" name="Google Shape;274;p11"/>
          <p:cNvGrpSpPr/>
          <p:nvPr/>
        </p:nvGrpSpPr>
        <p:grpSpPr>
          <a:xfrm>
            <a:off x="9289653" y="1113274"/>
            <a:ext cx="147504" cy="147504"/>
            <a:chOff x="0" y="0"/>
            <a:chExt cx="812800" cy="812800"/>
          </a:xfrm>
        </p:grpSpPr>
        <p:sp>
          <p:nvSpPr>
            <p:cNvPr id="275" name="Google Shape;275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77" name="Google Shape;277;p11"/>
          <p:cNvGrpSpPr/>
          <p:nvPr/>
        </p:nvGrpSpPr>
        <p:grpSpPr>
          <a:xfrm>
            <a:off x="10079579" y="1113274"/>
            <a:ext cx="147504" cy="147504"/>
            <a:chOff x="0" y="0"/>
            <a:chExt cx="812800" cy="812800"/>
          </a:xfrm>
        </p:grpSpPr>
        <p:sp>
          <p:nvSpPr>
            <p:cNvPr id="278" name="Google Shape;278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80" name="Google Shape;280;p11"/>
          <p:cNvGrpSpPr/>
          <p:nvPr/>
        </p:nvGrpSpPr>
        <p:grpSpPr>
          <a:xfrm>
            <a:off x="10869505" y="1113274"/>
            <a:ext cx="147504" cy="147504"/>
            <a:chOff x="0" y="0"/>
            <a:chExt cx="812800" cy="812800"/>
          </a:xfrm>
        </p:grpSpPr>
        <p:sp>
          <p:nvSpPr>
            <p:cNvPr id="281" name="Google Shape;281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83" name="Google Shape;283;p11"/>
          <p:cNvGrpSpPr/>
          <p:nvPr/>
        </p:nvGrpSpPr>
        <p:grpSpPr>
          <a:xfrm>
            <a:off x="10474542" y="1113274"/>
            <a:ext cx="147504" cy="147504"/>
            <a:chOff x="0" y="0"/>
            <a:chExt cx="812800" cy="812800"/>
          </a:xfrm>
        </p:grpSpPr>
        <p:sp>
          <p:nvSpPr>
            <p:cNvPr id="284" name="Google Shape;284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86" name="Google Shape;286;p11"/>
          <p:cNvGrpSpPr/>
          <p:nvPr/>
        </p:nvGrpSpPr>
        <p:grpSpPr>
          <a:xfrm>
            <a:off x="11264468" y="1113274"/>
            <a:ext cx="147504" cy="147504"/>
            <a:chOff x="0" y="0"/>
            <a:chExt cx="812800" cy="812800"/>
          </a:xfrm>
        </p:grpSpPr>
        <p:sp>
          <p:nvSpPr>
            <p:cNvPr id="287" name="Google Shape;287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89" name="Google Shape;289;p11"/>
          <p:cNvGrpSpPr/>
          <p:nvPr/>
        </p:nvGrpSpPr>
        <p:grpSpPr>
          <a:xfrm>
            <a:off x="12054394" y="1113274"/>
            <a:ext cx="147504" cy="147504"/>
            <a:chOff x="0" y="0"/>
            <a:chExt cx="812800" cy="812800"/>
          </a:xfrm>
        </p:grpSpPr>
        <p:sp>
          <p:nvSpPr>
            <p:cNvPr id="290" name="Google Shape;290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1659431" y="1113274"/>
            <a:ext cx="147504" cy="147504"/>
            <a:chOff x="0" y="0"/>
            <a:chExt cx="812800" cy="812800"/>
          </a:xfrm>
        </p:grpSpPr>
        <p:sp>
          <p:nvSpPr>
            <p:cNvPr id="293" name="Google Shape;293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95" name="Google Shape;295;p11"/>
          <p:cNvGrpSpPr/>
          <p:nvPr/>
        </p:nvGrpSpPr>
        <p:grpSpPr>
          <a:xfrm>
            <a:off x="12449357" y="1113274"/>
            <a:ext cx="147504" cy="147504"/>
            <a:chOff x="0" y="0"/>
            <a:chExt cx="812800" cy="812800"/>
          </a:xfrm>
        </p:grpSpPr>
        <p:sp>
          <p:nvSpPr>
            <p:cNvPr id="296" name="Google Shape;296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98" name="Google Shape;298;p11"/>
          <p:cNvGrpSpPr/>
          <p:nvPr/>
        </p:nvGrpSpPr>
        <p:grpSpPr>
          <a:xfrm>
            <a:off x="13239283" y="1113274"/>
            <a:ext cx="147504" cy="147504"/>
            <a:chOff x="0" y="0"/>
            <a:chExt cx="812800" cy="812800"/>
          </a:xfrm>
        </p:grpSpPr>
        <p:sp>
          <p:nvSpPr>
            <p:cNvPr id="299" name="Google Shape;299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1" name="Google Shape;301;p11"/>
          <p:cNvGrpSpPr/>
          <p:nvPr/>
        </p:nvGrpSpPr>
        <p:grpSpPr>
          <a:xfrm>
            <a:off x="12844320" y="1113274"/>
            <a:ext cx="147504" cy="147504"/>
            <a:chOff x="0" y="0"/>
            <a:chExt cx="812800" cy="812800"/>
          </a:xfrm>
        </p:grpSpPr>
        <p:sp>
          <p:nvSpPr>
            <p:cNvPr id="302" name="Google Shape;302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4" name="Google Shape;304;p11"/>
          <p:cNvGrpSpPr/>
          <p:nvPr/>
        </p:nvGrpSpPr>
        <p:grpSpPr>
          <a:xfrm>
            <a:off x="13634246" y="1113274"/>
            <a:ext cx="147504" cy="147504"/>
            <a:chOff x="0" y="0"/>
            <a:chExt cx="812800" cy="812800"/>
          </a:xfrm>
        </p:grpSpPr>
        <p:sp>
          <p:nvSpPr>
            <p:cNvPr id="305" name="Google Shape;305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7" name="Google Shape;307;p11"/>
          <p:cNvGrpSpPr/>
          <p:nvPr/>
        </p:nvGrpSpPr>
        <p:grpSpPr>
          <a:xfrm>
            <a:off x="14424172" y="1113274"/>
            <a:ext cx="147504" cy="147504"/>
            <a:chOff x="0" y="0"/>
            <a:chExt cx="812800" cy="812800"/>
          </a:xfrm>
        </p:grpSpPr>
        <p:sp>
          <p:nvSpPr>
            <p:cNvPr id="308" name="Google Shape;308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0" name="Google Shape;310;p11"/>
          <p:cNvGrpSpPr/>
          <p:nvPr/>
        </p:nvGrpSpPr>
        <p:grpSpPr>
          <a:xfrm>
            <a:off x="14029209" y="1113274"/>
            <a:ext cx="147504" cy="147504"/>
            <a:chOff x="0" y="0"/>
            <a:chExt cx="812800" cy="812800"/>
          </a:xfrm>
        </p:grpSpPr>
        <p:sp>
          <p:nvSpPr>
            <p:cNvPr id="311" name="Google Shape;311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3" name="Google Shape;313;p11"/>
          <p:cNvGrpSpPr/>
          <p:nvPr/>
        </p:nvGrpSpPr>
        <p:grpSpPr>
          <a:xfrm>
            <a:off x="8499727" y="1113274"/>
            <a:ext cx="147504" cy="147504"/>
            <a:chOff x="0" y="0"/>
            <a:chExt cx="812800" cy="812800"/>
          </a:xfrm>
        </p:grpSpPr>
        <p:sp>
          <p:nvSpPr>
            <p:cNvPr id="314" name="Google Shape;314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6" name="Google Shape;316;p11"/>
          <p:cNvGrpSpPr/>
          <p:nvPr/>
        </p:nvGrpSpPr>
        <p:grpSpPr>
          <a:xfrm>
            <a:off x="14820237" y="1113274"/>
            <a:ext cx="147504" cy="147504"/>
            <a:chOff x="0" y="0"/>
            <a:chExt cx="812800" cy="812800"/>
          </a:xfrm>
        </p:grpSpPr>
        <p:sp>
          <p:nvSpPr>
            <p:cNvPr id="317" name="Google Shape;317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9" name="Google Shape;319;p11"/>
          <p:cNvGrpSpPr/>
          <p:nvPr/>
        </p:nvGrpSpPr>
        <p:grpSpPr>
          <a:xfrm>
            <a:off x="15214012" y="1113274"/>
            <a:ext cx="147504" cy="147504"/>
            <a:chOff x="0" y="0"/>
            <a:chExt cx="812800" cy="812800"/>
          </a:xfrm>
        </p:grpSpPr>
        <p:sp>
          <p:nvSpPr>
            <p:cNvPr id="320" name="Google Shape;320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2" name="Google Shape;322;p11"/>
          <p:cNvGrpSpPr/>
          <p:nvPr/>
        </p:nvGrpSpPr>
        <p:grpSpPr>
          <a:xfrm>
            <a:off x="2970149" y="866069"/>
            <a:ext cx="147600" cy="147600"/>
            <a:chOff x="0" y="0"/>
            <a:chExt cx="812800" cy="812800"/>
          </a:xfrm>
        </p:grpSpPr>
        <p:sp>
          <p:nvSpPr>
            <p:cNvPr id="323" name="Google Shape;323;p11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1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rgbClr val="561269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5" name="Google Shape;325;p11"/>
          <p:cNvGrpSpPr/>
          <p:nvPr/>
        </p:nvGrpSpPr>
        <p:grpSpPr>
          <a:xfrm>
            <a:off x="2575186" y="866069"/>
            <a:ext cx="147600" cy="147600"/>
            <a:chOff x="0" y="0"/>
            <a:chExt cx="812800" cy="812800"/>
          </a:xfrm>
        </p:grpSpPr>
        <p:sp>
          <p:nvSpPr>
            <p:cNvPr id="326" name="Google Shape;326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8" name="Google Shape;328;p11"/>
          <p:cNvGrpSpPr/>
          <p:nvPr/>
        </p:nvGrpSpPr>
        <p:grpSpPr>
          <a:xfrm>
            <a:off x="3760075" y="866069"/>
            <a:ext cx="147600" cy="147600"/>
            <a:chOff x="0" y="0"/>
            <a:chExt cx="812800" cy="812800"/>
          </a:xfrm>
        </p:grpSpPr>
        <p:sp>
          <p:nvSpPr>
            <p:cNvPr id="329" name="Google Shape;329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31" name="Google Shape;331;p11"/>
          <p:cNvGrpSpPr/>
          <p:nvPr/>
        </p:nvGrpSpPr>
        <p:grpSpPr>
          <a:xfrm>
            <a:off x="3365112" y="866069"/>
            <a:ext cx="147600" cy="147600"/>
            <a:chOff x="0" y="0"/>
            <a:chExt cx="812800" cy="812800"/>
          </a:xfrm>
        </p:grpSpPr>
        <p:sp>
          <p:nvSpPr>
            <p:cNvPr id="332" name="Google Shape;332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34" name="Google Shape;334;p11"/>
          <p:cNvGrpSpPr/>
          <p:nvPr/>
        </p:nvGrpSpPr>
        <p:grpSpPr>
          <a:xfrm>
            <a:off x="4550001" y="866069"/>
            <a:ext cx="147600" cy="147600"/>
            <a:chOff x="0" y="0"/>
            <a:chExt cx="812800" cy="812800"/>
          </a:xfrm>
        </p:grpSpPr>
        <p:sp>
          <p:nvSpPr>
            <p:cNvPr id="335" name="Google Shape;335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37" name="Google Shape;337;p11"/>
          <p:cNvGrpSpPr/>
          <p:nvPr/>
        </p:nvGrpSpPr>
        <p:grpSpPr>
          <a:xfrm>
            <a:off x="4155038" y="866069"/>
            <a:ext cx="147600" cy="147600"/>
            <a:chOff x="0" y="0"/>
            <a:chExt cx="812800" cy="812800"/>
          </a:xfrm>
        </p:grpSpPr>
        <p:sp>
          <p:nvSpPr>
            <p:cNvPr id="338" name="Google Shape;338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40" name="Google Shape;340;p11"/>
          <p:cNvGrpSpPr/>
          <p:nvPr/>
        </p:nvGrpSpPr>
        <p:grpSpPr>
          <a:xfrm>
            <a:off x="5339927" y="866069"/>
            <a:ext cx="147600" cy="147600"/>
            <a:chOff x="0" y="0"/>
            <a:chExt cx="812800" cy="812800"/>
          </a:xfrm>
        </p:grpSpPr>
        <p:sp>
          <p:nvSpPr>
            <p:cNvPr id="341" name="Google Shape;341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43" name="Google Shape;343;p11"/>
          <p:cNvGrpSpPr/>
          <p:nvPr/>
        </p:nvGrpSpPr>
        <p:grpSpPr>
          <a:xfrm>
            <a:off x="4944964" y="866069"/>
            <a:ext cx="147600" cy="147600"/>
            <a:chOff x="0" y="0"/>
            <a:chExt cx="812800" cy="812800"/>
          </a:xfrm>
        </p:grpSpPr>
        <p:sp>
          <p:nvSpPr>
            <p:cNvPr id="344" name="Google Shape;344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46" name="Google Shape;346;p11"/>
          <p:cNvGrpSpPr/>
          <p:nvPr/>
        </p:nvGrpSpPr>
        <p:grpSpPr>
          <a:xfrm>
            <a:off x="6129853" y="866069"/>
            <a:ext cx="147600" cy="147600"/>
            <a:chOff x="0" y="0"/>
            <a:chExt cx="812800" cy="812800"/>
          </a:xfrm>
        </p:grpSpPr>
        <p:sp>
          <p:nvSpPr>
            <p:cNvPr id="347" name="Google Shape;347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49" name="Google Shape;349;p11"/>
          <p:cNvGrpSpPr/>
          <p:nvPr/>
        </p:nvGrpSpPr>
        <p:grpSpPr>
          <a:xfrm>
            <a:off x="5734890" y="866069"/>
            <a:ext cx="147600" cy="147600"/>
            <a:chOff x="0" y="0"/>
            <a:chExt cx="812800" cy="812800"/>
          </a:xfrm>
        </p:grpSpPr>
        <p:sp>
          <p:nvSpPr>
            <p:cNvPr id="350" name="Google Shape;350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52" name="Google Shape;352;p11"/>
          <p:cNvGrpSpPr/>
          <p:nvPr/>
        </p:nvGrpSpPr>
        <p:grpSpPr>
          <a:xfrm>
            <a:off x="6919779" y="866069"/>
            <a:ext cx="147600" cy="147600"/>
            <a:chOff x="0" y="0"/>
            <a:chExt cx="812800" cy="812800"/>
          </a:xfrm>
        </p:grpSpPr>
        <p:sp>
          <p:nvSpPr>
            <p:cNvPr id="353" name="Google Shape;353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55" name="Google Shape;355;p11"/>
          <p:cNvGrpSpPr/>
          <p:nvPr/>
        </p:nvGrpSpPr>
        <p:grpSpPr>
          <a:xfrm>
            <a:off x="6524816" y="866069"/>
            <a:ext cx="147600" cy="147600"/>
            <a:chOff x="0" y="0"/>
            <a:chExt cx="812800" cy="812800"/>
          </a:xfrm>
        </p:grpSpPr>
        <p:sp>
          <p:nvSpPr>
            <p:cNvPr id="356" name="Google Shape;356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58" name="Google Shape;358;p11"/>
          <p:cNvGrpSpPr/>
          <p:nvPr/>
        </p:nvGrpSpPr>
        <p:grpSpPr>
          <a:xfrm>
            <a:off x="7709705" y="866069"/>
            <a:ext cx="147600" cy="147600"/>
            <a:chOff x="0" y="0"/>
            <a:chExt cx="812800" cy="812800"/>
          </a:xfrm>
        </p:grpSpPr>
        <p:sp>
          <p:nvSpPr>
            <p:cNvPr id="359" name="Google Shape;359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61" name="Google Shape;361;p11"/>
          <p:cNvGrpSpPr/>
          <p:nvPr/>
        </p:nvGrpSpPr>
        <p:grpSpPr>
          <a:xfrm>
            <a:off x="7314742" y="866069"/>
            <a:ext cx="147600" cy="147600"/>
            <a:chOff x="0" y="0"/>
            <a:chExt cx="812800" cy="812800"/>
          </a:xfrm>
        </p:grpSpPr>
        <p:sp>
          <p:nvSpPr>
            <p:cNvPr id="362" name="Google Shape;362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64" name="Google Shape;364;p11"/>
          <p:cNvGrpSpPr/>
          <p:nvPr/>
        </p:nvGrpSpPr>
        <p:grpSpPr>
          <a:xfrm>
            <a:off x="8499631" y="866069"/>
            <a:ext cx="147600" cy="147600"/>
            <a:chOff x="0" y="0"/>
            <a:chExt cx="812800" cy="812800"/>
          </a:xfrm>
        </p:grpSpPr>
        <p:sp>
          <p:nvSpPr>
            <p:cNvPr id="365" name="Google Shape;365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67" name="Google Shape;367;p11"/>
          <p:cNvGrpSpPr/>
          <p:nvPr/>
        </p:nvGrpSpPr>
        <p:grpSpPr>
          <a:xfrm>
            <a:off x="8104668" y="866069"/>
            <a:ext cx="147600" cy="147600"/>
            <a:chOff x="0" y="0"/>
            <a:chExt cx="812800" cy="812800"/>
          </a:xfrm>
        </p:grpSpPr>
        <p:sp>
          <p:nvSpPr>
            <p:cNvPr id="368" name="Google Shape;368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70" name="Google Shape;370;p11"/>
          <p:cNvGrpSpPr/>
          <p:nvPr/>
        </p:nvGrpSpPr>
        <p:grpSpPr>
          <a:xfrm>
            <a:off x="9289557" y="866069"/>
            <a:ext cx="147600" cy="147600"/>
            <a:chOff x="0" y="0"/>
            <a:chExt cx="812800" cy="812800"/>
          </a:xfrm>
        </p:grpSpPr>
        <p:sp>
          <p:nvSpPr>
            <p:cNvPr id="371" name="Google Shape;371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73" name="Google Shape;373;p11"/>
          <p:cNvGrpSpPr/>
          <p:nvPr/>
        </p:nvGrpSpPr>
        <p:grpSpPr>
          <a:xfrm>
            <a:off x="8894594" y="866069"/>
            <a:ext cx="147600" cy="147600"/>
            <a:chOff x="0" y="0"/>
            <a:chExt cx="812800" cy="812800"/>
          </a:xfrm>
        </p:grpSpPr>
        <p:sp>
          <p:nvSpPr>
            <p:cNvPr id="374" name="Google Shape;374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76" name="Google Shape;376;p11"/>
          <p:cNvGrpSpPr/>
          <p:nvPr/>
        </p:nvGrpSpPr>
        <p:grpSpPr>
          <a:xfrm>
            <a:off x="10079483" y="866069"/>
            <a:ext cx="147600" cy="147600"/>
            <a:chOff x="0" y="0"/>
            <a:chExt cx="812800" cy="812800"/>
          </a:xfrm>
        </p:grpSpPr>
        <p:sp>
          <p:nvSpPr>
            <p:cNvPr id="377" name="Google Shape;377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79" name="Google Shape;379;p11"/>
          <p:cNvGrpSpPr/>
          <p:nvPr/>
        </p:nvGrpSpPr>
        <p:grpSpPr>
          <a:xfrm>
            <a:off x="9684520" y="866069"/>
            <a:ext cx="147600" cy="147600"/>
            <a:chOff x="0" y="0"/>
            <a:chExt cx="812800" cy="812800"/>
          </a:xfrm>
        </p:grpSpPr>
        <p:sp>
          <p:nvSpPr>
            <p:cNvPr id="380" name="Google Shape;380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2" name="Google Shape;382;p11"/>
          <p:cNvGrpSpPr/>
          <p:nvPr/>
        </p:nvGrpSpPr>
        <p:grpSpPr>
          <a:xfrm>
            <a:off x="10869409" y="866069"/>
            <a:ext cx="147600" cy="147600"/>
            <a:chOff x="0" y="0"/>
            <a:chExt cx="812800" cy="812800"/>
          </a:xfrm>
        </p:grpSpPr>
        <p:sp>
          <p:nvSpPr>
            <p:cNvPr id="383" name="Google Shape;383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5" name="Google Shape;385;p11"/>
          <p:cNvGrpSpPr/>
          <p:nvPr/>
        </p:nvGrpSpPr>
        <p:grpSpPr>
          <a:xfrm>
            <a:off x="10474446" y="866069"/>
            <a:ext cx="147600" cy="147600"/>
            <a:chOff x="0" y="0"/>
            <a:chExt cx="812800" cy="812800"/>
          </a:xfrm>
        </p:grpSpPr>
        <p:sp>
          <p:nvSpPr>
            <p:cNvPr id="386" name="Google Shape;386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8" name="Google Shape;388;p11"/>
          <p:cNvGrpSpPr/>
          <p:nvPr/>
        </p:nvGrpSpPr>
        <p:grpSpPr>
          <a:xfrm>
            <a:off x="11659335" y="866069"/>
            <a:ext cx="147600" cy="147600"/>
            <a:chOff x="0" y="0"/>
            <a:chExt cx="812800" cy="812800"/>
          </a:xfrm>
        </p:grpSpPr>
        <p:sp>
          <p:nvSpPr>
            <p:cNvPr id="389" name="Google Shape;389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1" name="Google Shape;391;p11"/>
          <p:cNvGrpSpPr/>
          <p:nvPr/>
        </p:nvGrpSpPr>
        <p:grpSpPr>
          <a:xfrm>
            <a:off x="11264372" y="866069"/>
            <a:ext cx="147600" cy="147600"/>
            <a:chOff x="0" y="0"/>
            <a:chExt cx="812800" cy="812800"/>
          </a:xfrm>
        </p:grpSpPr>
        <p:sp>
          <p:nvSpPr>
            <p:cNvPr id="392" name="Google Shape;392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4" name="Google Shape;394;p11"/>
          <p:cNvGrpSpPr/>
          <p:nvPr/>
        </p:nvGrpSpPr>
        <p:grpSpPr>
          <a:xfrm>
            <a:off x="12449261" y="866069"/>
            <a:ext cx="147600" cy="147600"/>
            <a:chOff x="0" y="0"/>
            <a:chExt cx="812800" cy="812800"/>
          </a:xfrm>
        </p:grpSpPr>
        <p:sp>
          <p:nvSpPr>
            <p:cNvPr id="395" name="Google Shape;395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7" name="Google Shape;397;p11"/>
          <p:cNvGrpSpPr/>
          <p:nvPr/>
        </p:nvGrpSpPr>
        <p:grpSpPr>
          <a:xfrm>
            <a:off x="12054298" y="866069"/>
            <a:ext cx="147600" cy="147600"/>
            <a:chOff x="0" y="0"/>
            <a:chExt cx="812800" cy="812800"/>
          </a:xfrm>
        </p:grpSpPr>
        <p:sp>
          <p:nvSpPr>
            <p:cNvPr id="398" name="Google Shape;398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00" name="Google Shape;400;p11"/>
          <p:cNvGrpSpPr/>
          <p:nvPr/>
        </p:nvGrpSpPr>
        <p:grpSpPr>
          <a:xfrm>
            <a:off x="13239187" y="866069"/>
            <a:ext cx="147600" cy="147600"/>
            <a:chOff x="0" y="0"/>
            <a:chExt cx="812800" cy="812800"/>
          </a:xfrm>
        </p:grpSpPr>
        <p:sp>
          <p:nvSpPr>
            <p:cNvPr id="401" name="Google Shape;401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03" name="Google Shape;403;p11"/>
          <p:cNvGrpSpPr/>
          <p:nvPr/>
        </p:nvGrpSpPr>
        <p:grpSpPr>
          <a:xfrm>
            <a:off x="12844224" y="866069"/>
            <a:ext cx="147600" cy="147600"/>
            <a:chOff x="0" y="0"/>
            <a:chExt cx="812800" cy="812800"/>
          </a:xfrm>
        </p:grpSpPr>
        <p:sp>
          <p:nvSpPr>
            <p:cNvPr id="404" name="Google Shape;404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06" name="Google Shape;406;p11"/>
          <p:cNvGrpSpPr/>
          <p:nvPr/>
        </p:nvGrpSpPr>
        <p:grpSpPr>
          <a:xfrm>
            <a:off x="14029113" y="866069"/>
            <a:ext cx="147600" cy="147600"/>
            <a:chOff x="0" y="0"/>
            <a:chExt cx="812800" cy="812800"/>
          </a:xfrm>
        </p:grpSpPr>
        <p:sp>
          <p:nvSpPr>
            <p:cNvPr id="407" name="Google Shape;407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09" name="Google Shape;409;p11"/>
          <p:cNvGrpSpPr/>
          <p:nvPr/>
        </p:nvGrpSpPr>
        <p:grpSpPr>
          <a:xfrm>
            <a:off x="13634150" y="866069"/>
            <a:ext cx="147600" cy="147600"/>
            <a:chOff x="0" y="0"/>
            <a:chExt cx="812800" cy="812800"/>
          </a:xfrm>
        </p:grpSpPr>
        <p:sp>
          <p:nvSpPr>
            <p:cNvPr id="410" name="Google Shape;410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12" name="Google Shape;412;p11"/>
          <p:cNvGrpSpPr/>
          <p:nvPr/>
        </p:nvGrpSpPr>
        <p:grpSpPr>
          <a:xfrm>
            <a:off x="14820141" y="866069"/>
            <a:ext cx="147600" cy="147600"/>
            <a:chOff x="0" y="0"/>
            <a:chExt cx="812800" cy="812800"/>
          </a:xfrm>
        </p:grpSpPr>
        <p:sp>
          <p:nvSpPr>
            <p:cNvPr id="413" name="Google Shape;413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15" name="Google Shape;415;p11"/>
          <p:cNvGrpSpPr/>
          <p:nvPr/>
        </p:nvGrpSpPr>
        <p:grpSpPr>
          <a:xfrm>
            <a:off x="14424076" y="866069"/>
            <a:ext cx="147600" cy="147600"/>
            <a:chOff x="0" y="0"/>
            <a:chExt cx="812800" cy="812800"/>
          </a:xfrm>
        </p:grpSpPr>
        <p:sp>
          <p:nvSpPr>
            <p:cNvPr id="416" name="Google Shape;416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18" name="Google Shape;418;p11"/>
          <p:cNvGrpSpPr/>
          <p:nvPr/>
        </p:nvGrpSpPr>
        <p:grpSpPr>
          <a:xfrm>
            <a:off x="15214012" y="866069"/>
            <a:ext cx="147600" cy="147600"/>
            <a:chOff x="0" y="0"/>
            <a:chExt cx="812800" cy="812800"/>
          </a:xfrm>
        </p:grpSpPr>
        <p:sp>
          <p:nvSpPr>
            <p:cNvPr id="419" name="Google Shape;419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1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21" name="Google Shape;421;p11"/>
          <p:cNvGrpSpPr/>
          <p:nvPr/>
        </p:nvGrpSpPr>
        <p:grpSpPr>
          <a:xfrm>
            <a:off x="9448800" y="2158375"/>
            <a:ext cx="6059569" cy="5970251"/>
            <a:chOff x="2592176" y="2098743"/>
            <a:chExt cx="6059569" cy="5970251"/>
          </a:xfrm>
        </p:grpSpPr>
        <p:grpSp>
          <p:nvGrpSpPr>
            <p:cNvPr id="422" name="Google Shape;422;p11"/>
            <p:cNvGrpSpPr/>
            <p:nvPr/>
          </p:nvGrpSpPr>
          <p:grpSpPr>
            <a:xfrm>
              <a:off x="2592176" y="2098743"/>
              <a:ext cx="6059569" cy="1371600"/>
              <a:chOff x="0" y="0"/>
              <a:chExt cx="8079425" cy="1828800"/>
            </a:xfrm>
          </p:grpSpPr>
          <p:sp>
            <p:nvSpPr>
              <p:cNvPr id="423" name="Google Shape;423;p11"/>
              <p:cNvSpPr/>
              <p:nvPr/>
            </p:nvSpPr>
            <p:spPr>
              <a:xfrm>
                <a:off x="0" y="0"/>
                <a:ext cx="6296257" cy="1828800"/>
              </a:xfrm>
              <a:custGeom>
                <a:avLst/>
                <a:gdLst/>
                <a:ahLst/>
                <a:cxnLst/>
                <a:rect l="l" t="t" r="r" b="b"/>
                <a:pathLst>
                  <a:path w="6296257" h="1828800" extrusionOk="0">
                    <a:moveTo>
                      <a:pt x="0" y="0"/>
                    </a:moveTo>
                    <a:lnTo>
                      <a:pt x="6296257" y="0"/>
                    </a:lnTo>
                    <a:lnTo>
                      <a:pt x="6296257" y="1828800"/>
                    </a:lnTo>
                    <a:lnTo>
                      <a:pt x="0" y="1828800"/>
                    </a:lnTo>
                    <a:lnTo>
                      <a:pt x="0" y="0"/>
                    </a:lnTo>
                    <a:close/>
                  </a:path>
                </a:pathLst>
              </a:custGeom>
              <a:blipFill rotWithShape="1">
                <a:blip r:embed="rId4">
                  <a:alphaModFix/>
                </a:blip>
                <a:stretch>
                  <a:fillRect l="-126" r="-125"/>
                </a:stretch>
              </a:blipFill>
              <a:ln>
                <a:noFill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24" name="Google Shape;424;p11"/>
              <p:cNvSpPr/>
              <p:nvPr/>
            </p:nvSpPr>
            <p:spPr>
              <a:xfrm>
                <a:off x="6332857" y="0"/>
                <a:ext cx="1746568" cy="1828800"/>
              </a:xfrm>
              <a:custGeom>
                <a:avLst/>
                <a:gdLst/>
                <a:ahLst/>
                <a:cxnLst/>
                <a:rect l="l" t="t" r="r" b="b"/>
                <a:pathLst>
                  <a:path w="1746568" h="1828800" extrusionOk="0">
                    <a:moveTo>
                      <a:pt x="0" y="0"/>
                    </a:moveTo>
                    <a:lnTo>
                      <a:pt x="1746568" y="0"/>
                    </a:lnTo>
                    <a:lnTo>
                      <a:pt x="1746568" y="1828800"/>
                    </a:lnTo>
                    <a:lnTo>
                      <a:pt x="0" y="1828800"/>
                    </a:lnTo>
                    <a:lnTo>
                      <a:pt x="0" y="0"/>
                    </a:lnTo>
                    <a:close/>
                  </a:path>
                </a:pathLst>
              </a:custGeom>
              <a:blipFill rotWithShape="1">
                <a:blip r:embed="rId5">
                  <a:alphaModFix/>
                </a:blip>
                <a:stretch>
                  <a:fillRect l="-6351" t="-7637" r="-6350"/>
                </a:stretch>
              </a:blipFill>
              <a:ln>
                <a:noFill/>
              </a:ln>
            </p:spPr>
            <p:txBody>
              <a:bodyPr/>
              <a:lstStyle/>
              <a:p>
                <a:endParaRPr lang="pt-PT"/>
              </a:p>
            </p:txBody>
          </p:sp>
        </p:grpSp>
        <p:sp>
          <p:nvSpPr>
            <p:cNvPr id="425" name="Google Shape;425;p11"/>
            <p:cNvSpPr/>
            <p:nvPr/>
          </p:nvSpPr>
          <p:spPr>
            <a:xfrm>
              <a:off x="3376789" y="3578650"/>
              <a:ext cx="4490344" cy="4490344"/>
            </a:xfrm>
            <a:custGeom>
              <a:avLst/>
              <a:gdLst/>
              <a:ahLst/>
              <a:cxnLst/>
              <a:rect l="l" t="t" r="r" b="b"/>
              <a:pathLst>
                <a:path w="4490344" h="4490344" extrusionOk="0">
                  <a:moveTo>
                    <a:pt x="0" y="0"/>
                  </a:moveTo>
                  <a:lnTo>
                    <a:pt x="4490343" y="0"/>
                  </a:lnTo>
                  <a:lnTo>
                    <a:pt x="4490343" y="4490344"/>
                  </a:lnTo>
                  <a:lnTo>
                    <a:pt x="0" y="449034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pt-PT"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17">
          <p15:clr>
            <a:srgbClr val="FBAE40"/>
          </p15:clr>
        </p15:guide>
        <p15:guide id="2" pos="598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14"/>
          <p:cNvSpPr txBox="1">
            <a:spLocks noGrp="1"/>
          </p:cNvSpPr>
          <p:nvPr>
            <p:ph type="body" idx="1"/>
          </p:nvPr>
        </p:nvSpPr>
        <p:spPr>
          <a:xfrm>
            <a:off x="700548" y="2731063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4pPr>
            <a:lvl5pPr marL="2286000" lvl="4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413" name="Google Shape;1413;p14"/>
          <p:cNvGrpSpPr/>
          <p:nvPr/>
        </p:nvGrpSpPr>
        <p:grpSpPr>
          <a:xfrm rot="-1380000">
            <a:off x="16751733" y="8993525"/>
            <a:ext cx="2842697" cy="2842697"/>
            <a:chOff x="0" y="0"/>
            <a:chExt cx="3790262" cy="3790262"/>
          </a:xfrm>
        </p:grpSpPr>
        <p:sp>
          <p:nvSpPr>
            <p:cNvPr id="1414" name="Google Shape;1414;p14"/>
            <p:cNvSpPr/>
            <p:nvPr/>
          </p:nvSpPr>
          <p:spPr>
            <a:xfrm>
              <a:off x="0" y="0"/>
              <a:ext cx="3790262" cy="3790262"/>
            </a:xfrm>
            <a:custGeom>
              <a:avLst/>
              <a:gdLst/>
              <a:ahLst/>
              <a:cxnLst/>
              <a:rect l="l" t="t" r="r" b="b"/>
              <a:pathLst>
                <a:path w="3790262" h="3790262" extrusionOk="0">
                  <a:moveTo>
                    <a:pt x="0" y="0"/>
                  </a:moveTo>
                  <a:lnTo>
                    <a:pt x="3790262" y="0"/>
                  </a:lnTo>
                  <a:lnTo>
                    <a:pt x="3790262" y="3790262"/>
                  </a:lnTo>
                  <a:lnTo>
                    <a:pt x="0" y="379026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415" name="Google Shape;1415;p14"/>
            <p:cNvSpPr/>
            <p:nvPr/>
          </p:nvSpPr>
          <p:spPr>
            <a:xfrm>
              <a:off x="327154" y="318381"/>
              <a:ext cx="3135954" cy="3135954"/>
            </a:xfrm>
            <a:custGeom>
              <a:avLst/>
              <a:gdLst/>
              <a:ahLst/>
              <a:cxnLst/>
              <a:rect l="l" t="t" r="r" b="b"/>
              <a:pathLst>
                <a:path w="3135954" h="3135954" extrusionOk="0">
                  <a:moveTo>
                    <a:pt x="0" y="0"/>
                  </a:moveTo>
                  <a:lnTo>
                    <a:pt x="3135954" y="0"/>
                  </a:lnTo>
                  <a:lnTo>
                    <a:pt x="3135954" y="3135953"/>
                  </a:lnTo>
                  <a:lnTo>
                    <a:pt x="0" y="31359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416" name="Google Shape;1416;p14"/>
            <p:cNvSpPr/>
            <p:nvPr/>
          </p:nvSpPr>
          <p:spPr>
            <a:xfrm>
              <a:off x="707550" y="698776"/>
              <a:ext cx="2375162" cy="2375162"/>
            </a:xfrm>
            <a:custGeom>
              <a:avLst/>
              <a:gdLst/>
              <a:ahLst/>
              <a:cxnLst/>
              <a:rect l="l" t="t" r="r" b="b"/>
              <a:pathLst>
                <a:path w="2375162" h="2375162" extrusionOk="0">
                  <a:moveTo>
                    <a:pt x="0" y="0"/>
                  </a:moveTo>
                  <a:lnTo>
                    <a:pt x="2375162" y="0"/>
                  </a:lnTo>
                  <a:lnTo>
                    <a:pt x="2375162" y="2375163"/>
                  </a:lnTo>
                  <a:lnTo>
                    <a:pt x="0" y="237516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grpSp>
        <p:nvGrpSpPr>
          <p:cNvPr id="1417" name="Google Shape;1417;p14"/>
          <p:cNvGrpSpPr/>
          <p:nvPr/>
        </p:nvGrpSpPr>
        <p:grpSpPr>
          <a:xfrm>
            <a:off x="16451663" y="-1498147"/>
            <a:ext cx="3006129" cy="2829716"/>
            <a:chOff x="170920" y="170920"/>
            <a:chExt cx="4008172" cy="3772955"/>
          </a:xfrm>
        </p:grpSpPr>
        <p:grpSp>
          <p:nvGrpSpPr>
            <p:cNvPr id="1418" name="Google Shape;1418;p14"/>
            <p:cNvGrpSpPr/>
            <p:nvPr/>
          </p:nvGrpSpPr>
          <p:grpSpPr>
            <a:xfrm>
              <a:off x="406137" y="170920"/>
              <a:ext cx="3772955" cy="3772955"/>
              <a:chOff x="33762" y="33762"/>
              <a:chExt cx="745275" cy="745275"/>
            </a:xfrm>
          </p:grpSpPr>
          <p:sp>
            <p:nvSpPr>
              <p:cNvPr id="1419" name="Google Shape;1419;p14"/>
              <p:cNvSpPr/>
              <p:nvPr/>
            </p:nvSpPr>
            <p:spPr>
              <a:xfrm>
                <a:off x="33762" y="33762"/>
                <a:ext cx="745275" cy="745275"/>
              </a:xfrm>
              <a:custGeom>
                <a:avLst/>
                <a:gdLst/>
                <a:ahLst/>
                <a:cxnLst/>
                <a:rect l="l" t="t" r="r" b="b"/>
                <a:pathLst>
                  <a:path w="745275" h="745275" extrusionOk="0">
                    <a:moveTo>
                      <a:pt x="425740" y="23054"/>
                    </a:moveTo>
                    <a:lnTo>
                      <a:pt x="436178" y="34223"/>
                    </a:lnTo>
                    <a:cubicBezTo>
                      <a:pt x="469920" y="70325"/>
                      <a:pt x="517617" y="90082"/>
                      <a:pt x="567003" y="88413"/>
                    </a:cubicBezTo>
                    <a:lnTo>
                      <a:pt x="582282" y="87896"/>
                    </a:lnTo>
                    <a:cubicBezTo>
                      <a:pt x="602400" y="87217"/>
                      <a:pt x="621899" y="94910"/>
                      <a:pt x="636132" y="109143"/>
                    </a:cubicBezTo>
                    <a:cubicBezTo>
                      <a:pt x="650366" y="123377"/>
                      <a:pt x="658059" y="142876"/>
                      <a:pt x="657379" y="162993"/>
                    </a:cubicBezTo>
                    <a:lnTo>
                      <a:pt x="656863" y="178273"/>
                    </a:lnTo>
                    <a:cubicBezTo>
                      <a:pt x="655194" y="227659"/>
                      <a:pt x="674951" y="275356"/>
                      <a:pt x="711053" y="309098"/>
                    </a:cubicBezTo>
                    <a:lnTo>
                      <a:pt x="722222" y="319537"/>
                    </a:lnTo>
                    <a:cubicBezTo>
                      <a:pt x="736928" y="333281"/>
                      <a:pt x="745275" y="352509"/>
                      <a:pt x="745275" y="372638"/>
                    </a:cubicBezTo>
                    <a:cubicBezTo>
                      <a:pt x="745275" y="392767"/>
                      <a:pt x="736928" y="411995"/>
                      <a:pt x="722222" y="425739"/>
                    </a:cubicBezTo>
                    <a:lnTo>
                      <a:pt x="711053" y="436178"/>
                    </a:lnTo>
                    <a:cubicBezTo>
                      <a:pt x="674951" y="469920"/>
                      <a:pt x="655194" y="517617"/>
                      <a:pt x="656863" y="567003"/>
                    </a:cubicBezTo>
                    <a:lnTo>
                      <a:pt x="657379" y="582282"/>
                    </a:lnTo>
                    <a:cubicBezTo>
                      <a:pt x="658059" y="602400"/>
                      <a:pt x="650366" y="621899"/>
                      <a:pt x="636132" y="636132"/>
                    </a:cubicBezTo>
                    <a:cubicBezTo>
                      <a:pt x="621899" y="650366"/>
                      <a:pt x="602400" y="658059"/>
                      <a:pt x="582282" y="657379"/>
                    </a:cubicBezTo>
                    <a:lnTo>
                      <a:pt x="567003" y="656863"/>
                    </a:lnTo>
                    <a:cubicBezTo>
                      <a:pt x="517617" y="655194"/>
                      <a:pt x="469920" y="674951"/>
                      <a:pt x="436178" y="711053"/>
                    </a:cubicBezTo>
                    <a:lnTo>
                      <a:pt x="425739" y="722222"/>
                    </a:lnTo>
                    <a:cubicBezTo>
                      <a:pt x="411995" y="736928"/>
                      <a:pt x="392767" y="745275"/>
                      <a:pt x="372638" y="745275"/>
                    </a:cubicBezTo>
                    <a:cubicBezTo>
                      <a:pt x="352509" y="745275"/>
                      <a:pt x="333281" y="736928"/>
                      <a:pt x="319537" y="722222"/>
                    </a:cubicBezTo>
                    <a:lnTo>
                      <a:pt x="309098" y="711053"/>
                    </a:lnTo>
                    <a:cubicBezTo>
                      <a:pt x="275356" y="674951"/>
                      <a:pt x="227659" y="655194"/>
                      <a:pt x="178273" y="656863"/>
                    </a:cubicBezTo>
                    <a:lnTo>
                      <a:pt x="162993" y="657379"/>
                    </a:lnTo>
                    <a:cubicBezTo>
                      <a:pt x="142876" y="658059"/>
                      <a:pt x="123377" y="650366"/>
                      <a:pt x="109143" y="636132"/>
                    </a:cubicBezTo>
                    <a:cubicBezTo>
                      <a:pt x="94910" y="621899"/>
                      <a:pt x="87217" y="602400"/>
                      <a:pt x="87896" y="582282"/>
                    </a:cubicBezTo>
                    <a:lnTo>
                      <a:pt x="88413" y="567003"/>
                    </a:lnTo>
                    <a:cubicBezTo>
                      <a:pt x="90082" y="517617"/>
                      <a:pt x="70325" y="469920"/>
                      <a:pt x="34223" y="436178"/>
                    </a:cubicBezTo>
                    <a:lnTo>
                      <a:pt x="23054" y="425740"/>
                    </a:lnTo>
                    <a:cubicBezTo>
                      <a:pt x="8348" y="411995"/>
                      <a:pt x="0" y="392767"/>
                      <a:pt x="0" y="372638"/>
                    </a:cubicBezTo>
                    <a:cubicBezTo>
                      <a:pt x="0" y="352509"/>
                      <a:pt x="8348" y="333281"/>
                      <a:pt x="23054" y="319537"/>
                    </a:cubicBezTo>
                    <a:lnTo>
                      <a:pt x="34223" y="309098"/>
                    </a:lnTo>
                    <a:cubicBezTo>
                      <a:pt x="70325" y="275356"/>
                      <a:pt x="90082" y="227659"/>
                      <a:pt x="88413" y="178273"/>
                    </a:cubicBezTo>
                    <a:lnTo>
                      <a:pt x="87896" y="162993"/>
                    </a:lnTo>
                    <a:cubicBezTo>
                      <a:pt x="87217" y="142876"/>
                      <a:pt x="94910" y="123377"/>
                      <a:pt x="109143" y="109143"/>
                    </a:cubicBezTo>
                    <a:cubicBezTo>
                      <a:pt x="123377" y="94910"/>
                      <a:pt x="142876" y="87217"/>
                      <a:pt x="162993" y="87896"/>
                    </a:cubicBezTo>
                    <a:lnTo>
                      <a:pt x="178273" y="88413"/>
                    </a:lnTo>
                    <a:cubicBezTo>
                      <a:pt x="227659" y="90082"/>
                      <a:pt x="275356" y="70325"/>
                      <a:pt x="309098" y="34223"/>
                    </a:cubicBezTo>
                    <a:lnTo>
                      <a:pt x="319537" y="23054"/>
                    </a:lnTo>
                    <a:cubicBezTo>
                      <a:pt x="333281" y="8348"/>
                      <a:pt x="352509" y="0"/>
                      <a:pt x="372638" y="0"/>
                    </a:cubicBezTo>
                    <a:cubicBezTo>
                      <a:pt x="392767" y="0"/>
                      <a:pt x="411995" y="8348"/>
                      <a:pt x="425740" y="2305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 cmpd="sng">
                <a:solidFill>
                  <a:srgbClr val="CEA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14"/>
              <p:cNvSpPr txBox="1"/>
              <p:nvPr/>
            </p:nvSpPr>
            <p:spPr>
              <a:xfrm>
                <a:off x="127000" y="79375"/>
                <a:ext cx="558800" cy="606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421" name="Google Shape;1421;p14"/>
            <p:cNvGrpSpPr/>
            <p:nvPr/>
          </p:nvGrpSpPr>
          <p:grpSpPr>
            <a:xfrm>
              <a:off x="170920" y="170920"/>
              <a:ext cx="3772955" cy="3772955"/>
              <a:chOff x="33762" y="33762"/>
              <a:chExt cx="745275" cy="745275"/>
            </a:xfrm>
          </p:grpSpPr>
          <p:sp>
            <p:nvSpPr>
              <p:cNvPr id="1422" name="Google Shape;1422;p14"/>
              <p:cNvSpPr/>
              <p:nvPr/>
            </p:nvSpPr>
            <p:spPr>
              <a:xfrm>
                <a:off x="33762" y="33762"/>
                <a:ext cx="745275" cy="745275"/>
              </a:xfrm>
              <a:custGeom>
                <a:avLst/>
                <a:gdLst/>
                <a:ahLst/>
                <a:cxnLst/>
                <a:rect l="l" t="t" r="r" b="b"/>
                <a:pathLst>
                  <a:path w="745275" h="745275" extrusionOk="0">
                    <a:moveTo>
                      <a:pt x="425740" y="23054"/>
                    </a:moveTo>
                    <a:lnTo>
                      <a:pt x="436178" y="34223"/>
                    </a:lnTo>
                    <a:cubicBezTo>
                      <a:pt x="469920" y="70325"/>
                      <a:pt x="517617" y="90082"/>
                      <a:pt x="567003" y="88413"/>
                    </a:cubicBezTo>
                    <a:lnTo>
                      <a:pt x="582282" y="87896"/>
                    </a:lnTo>
                    <a:cubicBezTo>
                      <a:pt x="602400" y="87217"/>
                      <a:pt x="621899" y="94910"/>
                      <a:pt x="636132" y="109143"/>
                    </a:cubicBezTo>
                    <a:cubicBezTo>
                      <a:pt x="650366" y="123377"/>
                      <a:pt x="658059" y="142876"/>
                      <a:pt x="657379" y="162993"/>
                    </a:cubicBezTo>
                    <a:lnTo>
                      <a:pt x="656863" y="178273"/>
                    </a:lnTo>
                    <a:cubicBezTo>
                      <a:pt x="655194" y="227659"/>
                      <a:pt x="674951" y="275356"/>
                      <a:pt x="711053" y="309098"/>
                    </a:cubicBezTo>
                    <a:lnTo>
                      <a:pt x="722222" y="319537"/>
                    </a:lnTo>
                    <a:cubicBezTo>
                      <a:pt x="736928" y="333281"/>
                      <a:pt x="745275" y="352509"/>
                      <a:pt x="745275" y="372638"/>
                    </a:cubicBezTo>
                    <a:cubicBezTo>
                      <a:pt x="745275" y="392767"/>
                      <a:pt x="736928" y="411995"/>
                      <a:pt x="722222" y="425739"/>
                    </a:cubicBezTo>
                    <a:lnTo>
                      <a:pt x="711053" y="436178"/>
                    </a:lnTo>
                    <a:cubicBezTo>
                      <a:pt x="674951" y="469920"/>
                      <a:pt x="655194" y="517617"/>
                      <a:pt x="656863" y="567003"/>
                    </a:cubicBezTo>
                    <a:lnTo>
                      <a:pt x="657379" y="582282"/>
                    </a:lnTo>
                    <a:cubicBezTo>
                      <a:pt x="658059" y="602400"/>
                      <a:pt x="650366" y="621899"/>
                      <a:pt x="636132" y="636132"/>
                    </a:cubicBezTo>
                    <a:cubicBezTo>
                      <a:pt x="621899" y="650366"/>
                      <a:pt x="602400" y="658059"/>
                      <a:pt x="582282" y="657379"/>
                    </a:cubicBezTo>
                    <a:lnTo>
                      <a:pt x="567003" y="656863"/>
                    </a:lnTo>
                    <a:cubicBezTo>
                      <a:pt x="517617" y="655194"/>
                      <a:pt x="469920" y="674951"/>
                      <a:pt x="436178" y="711053"/>
                    </a:cubicBezTo>
                    <a:lnTo>
                      <a:pt x="425739" y="722222"/>
                    </a:lnTo>
                    <a:cubicBezTo>
                      <a:pt x="411995" y="736928"/>
                      <a:pt x="392767" y="745275"/>
                      <a:pt x="372638" y="745275"/>
                    </a:cubicBezTo>
                    <a:cubicBezTo>
                      <a:pt x="352509" y="745275"/>
                      <a:pt x="333281" y="736928"/>
                      <a:pt x="319537" y="722222"/>
                    </a:cubicBezTo>
                    <a:lnTo>
                      <a:pt x="309098" y="711053"/>
                    </a:lnTo>
                    <a:cubicBezTo>
                      <a:pt x="275356" y="674951"/>
                      <a:pt x="227659" y="655194"/>
                      <a:pt x="178273" y="656863"/>
                    </a:cubicBezTo>
                    <a:lnTo>
                      <a:pt x="162993" y="657379"/>
                    </a:lnTo>
                    <a:cubicBezTo>
                      <a:pt x="142876" y="658059"/>
                      <a:pt x="123377" y="650366"/>
                      <a:pt x="109143" y="636132"/>
                    </a:cubicBezTo>
                    <a:cubicBezTo>
                      <a:pt x="94910" y="621899"/>
                      <a:pt x="87217" y="602400"/>
                      <a:pt x="87896" y="582282"/>
                    </a:cubicBezTo>
                    <a:lnTo>
                      <a:pt x="88413" y="567003"/>
                    </a:lnTo>
                    <a:cubicBezTo>
                      <a:pt x="90082" y="517617"/>
                      <a:pt x="70325" y="469920"/>
                      <a:pt x="34223" y="436178"/>
                    </a:cubicBezTo>
                    <a:lnTo>
                      <a:pt x="23054" y="425740"/>
                    </a:lnTo>
                    <a:cubicBezTo>
                      <a:pt x="8348" y="411995"/>
                      <a:pt x="0" y="392767"/>
                      <a:pt x="0" y="372638"/>
                    </a:cubicBezTo>
                    <a:cubicBezTo>
                      <a:pt x="0" y="352509"/>
                      <a:pt x="8348" y="333281"/>
                      <a:pt x="23054" y="319537"/>
                    </a:cubicBezTo>
                    <a:lnTo>
                      <a:pt x="34223" y="309098"/>
                    </a:lnTo>
                    <a:cubicBezTo>
                      <a:pt x="70325" y="275356"/>
                      <a:pt x="90082" y="227659"/>
                      <a:pt x="88413" y="178273"/>
                    </a:cubicBezTo>
                    <a:lnTo>
                      <a:pt x="87896" y="162993"/>
                    </a:lnTo>
                    <a:cubicBezTo>
                      <a:pt x="87217" y="142876"/>
                      <a:pt x="94910" y="123377"/>
                      <a:pt x="109143" y="109143"/>
                    </a:cubicBezTo>
                    <a:cubicBezTo>
                      <a:pt x="123377" y="94910"/>
                      <a:pt x="142876" y="87217"/>
                      <a:pt x="162993" y="87896"/>
                    </a:cubicBezTo>
                    <a:lnTo>
                      <a:pt x="178273" y="88413"/>
                    </a:lnTo>
                    <a:cubicBezTo>
                      <a:pt x="227659" y="90082"/>
                      <a:pt x="275356" y="70325"/>
                      <a:pt x="309098" y="34223"/>
                    </a:cubicBezTo>
                    <a:lnTo>
                      <a:pt x="319537" y="23054"/>
                    </a:lnTo>
                    <a:cubicBezTo>
                      <a:pt x="333281" y="8348"/>
                      <a:pt x="352509" y="0"/>
                      <a:pt x="372638" y="0"/>
                    </a:cubicBezTo>
                    <a:cubicBezTo>
                      <a:pt x="392767" y="0"/>
                      <a:pt x="411995" y="8348"/>
                      <a:pt x="425740" y="2305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 cmpd="sng">
                <a:solidFill>
                  <a:srgbClr val="56126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14"/>
              <p:cNvSpPr txBox="1"/>
              <p:nvPr/>
            </p:nvSpPr>
            <p:spPr>
              <a:xfrm>
                <a:off x="127000" y="79375"/>
                <a:ext cx="558800" cy="606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1424" name="Google Shape;1424;p14"/>
          <p:cNvGrpSpPr/>
          <p:nvPr/>
        </p:nvGrpSpPr>
        <p:grpSpPr>
          <a:xfrm>
            <a:off x="17289485" y="1062856"/>
            <a:ext cx="996032" cy="3511544"/>
            <a:chOff x="0" y="0"/>
            <a:chExt cx="1328042" cy="4682059"/>
          </a:xfrm>
        </p:grpSpPr>
        <p:grpSp>
          <p:nvGrpSpPr>
            <p:cNvPr id="1425" name="Google Shape;1425;p14"/>
            <p:cNvGrpSpPr/>
            <p:nvPr/>
          </p:nvGrpSpPr>
          <p:grpSpPr>
            <a:xfrm>
              <a:off x="944503" y="670492"/>
              <a:ext cx="147414" cy="147414"/>
              <a:chOff x="0" y="0"/>
              <a:chExt cx="812800" cy="812800"/>
            </a:xfrm>
          </p:grpSpPr>
          <p:sp>
            <p:nvSpPr>
              <p:cNvPr id="1426" name="Google Shape;1426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428" name="Google Shape;1428;p14"/>
            <p:cNvGrpSpPr/>
            <p:nvPr/>
          </p:nvGrpSpPr>
          <p:grpSpPr>
            <a:xfrm>
              <a:off x="1180628" y="670492"/>
              <a:ext cx="147414" cy="147414"/>
              <a:chOff x="0" y="0"/>
              <a:chExt cx="812800" cy="812800"/>
            </a:xfrm>
          </p:grpSpPr>
          <p:sp>
            <p:nvSpPr>
              <p:cNvPr id="1429" name="Google Shape;1429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431" name="Google Shape;1431;p14"/>
            <p:cNvGrpSpPr/>
            <p:nvPr/>
          </p:nvGrpSpPr>
          <p:grpSpPr>
            <a:xfrm>
              <a:off x="1180628" y="912001"/>
              <a:ext cx="147414" cy="147414"/>
              <a:chOff x="0" y="0"/>
              <a:chExt cx="812800" cy="812800"/>
            </a:xfrm>
          </p:grpSpPr>
          <p:sp>
            <p:nvSpPr>
              <p:cNvPr id="1432" name="Google Shape;1432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434" name="Google Shape;1434;p14"/>
            <p:cNvGrpSpPr/>
            <p:nvPr/>
          </p:nvGrpSpPr>
          <p:grpSpPr>
            <a:xfrm>
              <a:off x="944503" y="912001"/>
              <a:ext cx="147414" cy="147414"/>
              <a:chOff x="0" y="0"/>
              <a:chExt cx="812800" cy="812800"/>
            </a:xfrm>
          </p:grpSpPr>
          <p:sp>
            <p:nvSpPr>
              <p:cNvPr id="1435" name="Google Shape;1435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437" name="Google Shape;1437;p14"/>
            <p:cNvGrpSpPr/>
            <p:nvPr/>
          </p:nvGrpSpPr>
          <p:grpSpPr>
            <a:xfrm>
              <a:off x="944503" y="1153511"/>
              <a:ext cx="147414" cy="147414"/>
              <a:chOff x="0" y="0"/>
              <a:chExt cx="812800" cy="812800"/>
            </a:xfrm>
          </p:grpSpPr>
          <p:sp>
            <p:nvSpPr>
              <p:cNvPr id="1438" name="Google Shape;1438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440" name="Google Shape;1440;p14"/>
            <p:cNvGrpSpPr/>
            <p:nvPr/>
          </p:nvGrpSpPr>
          <p:grpSpPr>
            <a:xfrm>
              <a:off x="1180628" y="1153511"/>
              <a:ext cx="147414" cy="147414"/>
              <a:chOff x="0" y="0"/>
              <a:chExt cx="812800" cy="812800"/>
            </a:xfrm>
          </p:grpSpPr>
          <p:sp>
            <p:nvSpPr>
              <p:cNvPr id="1441" name="Google Shape;1441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443" name="Google Shape;1443;p14"/>
            <p:cNvGrpSpPr/>
            <p:nvPr/>
          </p:nvGrpSpPr>
          <p:grpSpPr>
            <a:xfrm>
              <a:off x="1180628" y="1395021"/>
              <a:ext cx="147414" cy="147414"/>
              <a:chOff x="0" y="0"/>
              <a:chExt cx="812800" cy="812800"/>
            </a:xfrm>
          </p:grpSpPr>
          <p:sp>
            <p:nvSpPr>
              <p:cNvPr id="1444" name="Google Shape;1444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446" name="Google Shape;1446;p14"/>
            <p:cNvGrpSpPr/>
            <p:nvPr/>
          </p:nvGrpSpPr>
          <p:grpSpPr>
            <a:xfrm>
              <a:off x="944503" y="1395021"/>
              <a:ext cx="147414" cy="147414"/>
              <a:chOff x="0" y="0"/>
              <a:chExt cx="812800" cy="812800"/>
            </a:xfrm>
          </p:grpSpPr>
          <p:sp>
            <p:nvSpPr>
              <p:cNvPr id="1447" name="Google Shape;1447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449" name="Google Shape;1449;p14"/>
            <p:cNvGrpSpPr/>
            <p:nvPr/>
          </p:nvGrpSpPr>
          <p:grpSpPr>
            <a:xfrm>
              <a:off x="944503" y="1636530"/>
              <a:ext cx="147414" cy="147414"/>
              <a:chOff x="0" y="0"/>
              <a:chExt cx="812800" cy="812800"/>
            </a:xfrm>
          </p:grpSpPr>
          <p:sp>
            <p:nvSpPr>
              <p:cNvPr id="1450" name="Google Shape;1450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452" name="Google Shape;1452;p14"/>
            <p:cNvGrpSpPr/>
            <p:nvPr/>
          </p:nvGrpSpPr>
          <p:grpSpPr>
            <a:xfrm>
              <a:off x="1180628" y="1636530"/>
              <a:ext cx="147414" cy="147414"/>
              <a:chOff x="0" y="0"/>
              <a:chExt cx="812800" cy="812800"/>
            </a:xfrm>
          </p:grpSpPr>
          <p:sp>
            <p:nvSpPr>
              <p:cNvPr id="1453" name="Google Shape;1453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455" name="Google Shape;1455;p14"/>
            <p:cNvGrpSpPr/>
            <p:nvPr/>
          </p:nvGrpSpPr>
          <p:grpSpPr>
            <a:xfrm>
              <a:off x="1180628" y="1878040"/>
              <a:ext cx="147414" cy="147414"/>
              <a:chOff x="0" y="0"/>
              <a:chExt cx="812800" cy="812800"/>
            </a:xfrm>
          </p:grpSpPr>
          <p:sp>
            <p:nvSpPr>
              <p:cNvPr id="1456" name="Google Shape;1456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458" name="Google Shape;1458;p14"/>
            <p:cNvGrpSpPr/>
            <p:nvPr/>
          </p:nvGrpSpPr>
          <p:grpSpPr>
            <a:xfrm>
              <a:off x="944503" y="1878040"/>
              <a:ext cx="147414" cy="147414"/>
              <a:chOff x="0" y="0"/>
              <a:chExt cx="812800" cy="812800"/>
            </a:xfrm>
          </p:grpSpPr>
          <p:sp>
            <p:nvSpPr>
              <p:cNvPr id="1459" name="Google Shape;1459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461" name="Google Shape;1461;p14"/>
            <p:cNvGrpSpPr/>
            <p:nvPr/>
          </p:nvGrpSpPr>
          <p:grpSpPr>
            <a:xfrm>
              <a:off x="944503" y="2119549"/>
              <a:ext cx="147414" cy="147414"/>
              <a:chOff x="0" y="0"/>
              <a:chExt cx="812800" cy="812800"/>
            </a:xfrm>
          </p:grpSpPr>
          <p:sp>
            <p:nvSpPr>
              <p:cNvPr id="1462" name="Google Shape;1462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464" name="Google Shape;1464;p14"/>
            <p:cNvGrpSpPr/>
            <p:nvPr/>
          </p:nvGrpSpPr>
          <p:grpSpPr>
            <a:xfrm>
              <a:off x="1180628" y="2119549"/>
              <a:ext cx="147414" cy="147414"/>
              <a:chOff x="0" y="0"/>
              <a:chExt cx="812800" cy="812800"/>
            </a:xfrm>
          </p:grpSpPr>
          <p:sp>
            <p:nvSpPr>
              <p:cNvPr id="1465" name="Google Shape;1465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467" name="Google Shape;1467;p14"/>
            <p:cNvGrpSpPr/>
            <p:nvPr/>
          </p:nvGrpSpPr>
          <p:grpSpPr>
            <a:xfrm>
              <a:off x="1180628" y="2361059"/>
              <a:ext cx="147414" cy="147414"/>
              <a:chOff x="0" y="0"/>
              <a:chExt cx="812800" cy="812800"/>
            </a:xfrm>
          </p:grpSpPr>
          <p:sp>
            <p:nvSpPr>
              <p:cNvPr id="1468" name="Google Shape;1468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470" name="Google Shape;1470;p14"/>
            <p:cNvGrpSpPr/>
            <p:nvPr/>
          </p:nvGrpSpPr>
          <p:grpSpPr>
            <a:xfrm>
              <a:off x="944503" y="2361059"/>
              <a:ext cx="147414" cy="147414"/>
              <a:chOff x="0" y="0"/>
              <a:chExt cx="812800" cy="812800"/>
            </a:xfrm>
          </p:grpSpPr>
          <p:sp>
            <p:nvSpPr>
              <p:cNvPr id="1471" name="Google Shape;1471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473" name="Google Shape;1473;p14"/>
            <p:cNvGrpSpPr/>
            <p:nvPr/>
          </p:nvGrpSpPr>
          <p:grpSpPr>
            <a:xfrm>
              <a:off x="944503" y="2602569"/>
              <a:ext cx="147414" cy="147414"/>
              <a:chOff x="0" y="0"/>
              <a:chExt cx="812800" cy="812800"/>
            </a:xfrm>
          </p:grpSpPr>
          <p:sp>
            <p:nvSpPr>
              <p:cNvPr id="1474" name="Google Shape;1474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476" name="Google Shape;1476;p14"/>
            <p:cNvGrpSpPr/>
            <p:nvPr/>
          </p:nvGrpSpPr>
          <p:grpSpPr>
            <a:xfrm>
              <a:off x="1180628" y="2602569"/>
              <a:ext cx="147414" cy="147414"/>
              <a:chOff x="0" y="0"/>
              <a:chExt cx="812800" cy="812800"/>
            </a:xfrm>
          </p:grpSpPr>
          <p:sp>
            <p:nvSpPr>
              <p:cNvPr id="1477" name="Google Shape;1477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479" name="Google Shape;1479;p14"/>
            <p:cNvGrpSpPr/>
            <p:nvPr/>
          </p:nvGrpSpPr>
          <p:grpSpPr>
            <a:xfrm>
              <a:off x="1180628" y="2844078"/>
              <a:ext cx="147414" cy="147414"/>
              <a:chOff x="0" y="0"/>
              <a:chExt cx="812800" cy="812800"/>
            </a:xfrm>
          </p:grpSpPr>
          <p:sp>
            <p:nvSpPr>
              <p:cNvPr id="1480" name="Google Shape;1480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482" name="Google Shape;1482;p14"/>
            <p:cNvGrpSpPr/>
            <p:nvPr/>
          </p:nvGrpSpPr>
          <p:grpSpPr>
            <a:xfrm>
              <a:off x="944503" y="2844078"/>
              <a:ext cx="147414" cy="147414"/>
              <a:chOff x="0" y="0"/>
              <a:chExt cx="812800" cy="812800"/>
            </a:xfrm>
          </p:grpSpPr>
          <p:sp>
            <p:nvSpPr>
              <p:cNvPr id="1483" name="Google Shape;1483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485" name="Google Shape;1485;p14"/>
            <p:cNvGrpSpPr/>
            <p:nvPr/>
          </p:nvGrpSpPr>
          <p:grpSpPr>
            <a:xfrm>
              <a:off x="944503" y="3085588"/>
              <a:ext cx="147414" cy="147414"/>
              <a:chOff x="0" y="0"/>
              <a:chExt cx="812800" cy="812800"/>
            </a:xfrm>
          </p:grpSpPr>
          <p:sp>
            <p:nvSpPr>
              <p:cNvPr id="1486" name="Google Shape;1486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488" name="Google Shape;1488;p14"/>
            <p:cNvGrpSpPr/>
            <p:nvPr/>
          </p:nvGrpSpPr>
          <p:grpSpPr>
            <a:xfrm>
              <a:off x="1180628" y="3085588"/>
              <a:ext cx="147414" cy="147414"/>
              <a:chOff x="0" y="0"/>
              <a:chExt cx="812800" cy="812800"/>
            </a:xfrm>
          </p:grpSpPr>
          <p:sp>
            <p:nvSpPr>
              <p:cNvPr id="1489" name="Google Shape;1489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491" name="Google Shape;1491;p14"/>
            <p:cNvGrpSpPr/>
            <p:nvPr/>
          </p:nvGrpSpPr>
          <p:grpSpPr>
            <a:xfrm>
              <a:off x="1180628" y="3327097"/>
              <a:ext cx="147414" cy="147414"/>
              <a:chOff x="0" y="0"/>
              <a:chExt cx="812800" cy="812800"/>
            </a:xfrm>
          </p:grpSpPr>
          <p:sp>
            <p:nvSpPr>
              <p:cNvPr id="1492" name="Google Shape;1492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494" name="Google Shape;1494;p14"/>
            <p:cNvGrpSpPr/>
            <p:nvPr/>
          </p:nvGrpSpPr>
          <p:grpSpPr>
            <a:xfrm>
              <a:off x="944503" y="3327097"/>
              <a:ext cx="147414" cy="147414"/>
              <a:chOff x="0" y="0"/>
              <a:chExt cx="812800" cy="812800"/>
            </a:xfrm>
          </p:grpSpPr>
          <p:sp>
            <p:nvSpPr>
              <p:cNvPr id="1495" name="Google Shape;1495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497" name="Google Shape;1497;p14"/>
            <p:cNvGrpSpPr/>
            <p:nvPr/>
          </p:nvGrpSpPr>
          <p:grpSpPr>
            <a:xfrm>
              <a:off x="944503" y="3568607"/>
              <a:ext cx="147414" cy="147414"/>
              <a:chOff x="0" y="0"/>
              <a:chExt cx="812800" cy="812800"/>
            </a:xfrm>
          </p:grpSpPr>
          <p:sp>
            <p:nvSpPr>
              <p:cNvPr id="1498" name="Google Shape;1498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00" name="Google Shape;1500;p14"/>
            <p:cNvGrpSpPr/>
            <p:nvPr/>
          </p:nvGrpSpPr>
          <p:grpSpPr>
            <a:xfrm>
              <a:off x="1180628" y="3568607"/>
              <a:ext cx="147414" cy="147414"/>
              <a:chOff x="0" y="0"/>
              <a:chExt cx="812800" cy="812800"/>
            </a:xfrm>
          </p:grpSpPr>
          <p:sp>
            <p:nvSpPr>
              <p:cNvPr id="1501" name="Google Shape;1501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03" name="Google Shape;1503;p14"/>
            <p:cNvGrpSpPr/>
            <p:nvPr/>
          </p:nvGrpSpPr>
          <p:grpSpPr>
            <a:xfrm>
              <a:off x="1180628" y="3810117"/>
              <a:ext cx="147414" cy="147414"/>
              <a:chOff x="0" y="0"/>
              <a:chExt cx="812800" cy="812800"/>
            </a:xfrm>
          </p:grpSpPr>
          <p:sp>
            <p:nvSpPr>
              <p:cNvPr id="1504" name="Google Shape;1504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06" name="Google Shape;1506;p14"/>
            <p:cNvGrpSpPr/>
            <p:nvPr/>
          </p:nvGrpSpPr>
          <p:grpSpPr>
            <a:xfrm>
              <a:off x="944503" y="3810117"/>
              <a:ext cx="147414" cy="147414"/>
              <a:chOff x="0" y="0"/>
              <a:chExt cx="812800" cy="812800"/>
            </a:xfrm>
          </p:grpSpPr>
          <p:sp>
            <p:nvSpPr>
              <p:cNvPr id="1507" name="Google Shape;1507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09" name="Google Shape;1509;p14"/>
            <p:cNvGrpSpPr/>
            <p:nvPr/>
          </p:nvGrpSpPr>
          <p:grpSpPr>
            <a:xfrm>
              <a:off x="944503" y="4051626"/>
              <a:ext cx="147414" cy="147414"/>
              <a:chOff x="0" y="0"/>
              <a:chExt cx="812800" cy="812800"/>
            </a:xfrm>
          </p:grpSpPr>
          <p:sp>
            <p:nvSpPr>
              <p:cNvPr id="1510" name="Google Shape;1510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12" name="Google Shape;1512;p14"/>
            <p:cNvGrpSpPr/>
            <p:nvPr/>
          </p:nvGrpSpPr>
          <p:grpSpPr>
            <a:xfrm>
              <a:off x="1180628" y="4051626"/>
              <a:ext cx="147414" cy="147414"/>
              <a:chOff x="0" y="0"/>
              <a:chExt cx="812800" cy="812800"/>
            </a:xfrm>
          </p:grpSpPr>
          <p:sp>
            <p:nvSpPr>
              <p:cNvPr id="1513" name="Google Shape;1513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15" name="Google Shape;1515;p14"/>
            <p:cNvGrpSpPr/>
            <p:nvPr/>
          </p:nvGrpSpPr>
          <p:grpSpPr>
            <a:xfrm>
              <a:off x="1180628" y="4293136"/>
              <a:ext cx="147414" cy="147414"/>
              <a:chOff x="0" y="0"/>
              <a:chExt cx="812800" cy="812800"/>
            </a:xfrm>
          </p:grpSpPr>
          <p:sp>
            <p:nvSpPr>
              <p:cNvPr id="1516" name="Google Shape;1516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18" name="Google Shape;1518;p14"/>
            <p:cNvGrpSpPr/>
            <p:nvPr/>
          </p:nvGrpSpPr>
          <p:grpSpPr>
            <a:xfrm>
              <a:off x="944503" y="4293136"/>
              <a:ext cx="147414" cy="147414"/>
              <a:chOff x="0" y="0"/>
              <a:chExt cx="812800" cy="812800"/>
            </a:xfrm>
          </p:grpSpPr>
          <p:sp>
            <p:nvSpPr>
              <p:cNvPr id="1519" name="Google Shape;1519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21" name="Google Shape;1521;p14"/>
            <p:cNvGrpSpPr/>
            <p:nvPr/>
          </p:nvGrpSpPr>
          <p:grpSpPr>
            <a:xfrm>
              <a:off x="944503" y="4534645"/>
              <a:ext cx="147414" cy="147414"/>
              <a:chOff x="0" y="0"/>
              <a:chExt cx="812800" cy="812800"/>
            </a:xfrm>
          </p:grpSpPr>
          <p:sp>
            <p:nvSpPr>
              <p:cNvPr id="1522" name="Google Shape;1522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24" name="Google Shape;1524;p14"/>
            <p:cNvGrpSpPr/>
            <p:nvPr/>
          </p:nvGrpSpPr>
          <p:grpSpPr>
            <a:xfrm>
              <a:off x="1180628" y="4534645"/>
              <a:ext cx="147414" cy="147414"/>
              <a:chOff x="0" y="0"/>
              <a:chExt cx="812800" cy="812800"/>
            </a:xfrm>
          </p:grpSpPr>
          <p:sp>
            <p:nvSpPr>
              <p:cNvPr id="1525" name="Google Shape;1525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27" name="Google Shape;1527;p14"/>
            <p:cNvGrpSpPr/>
            <p:nvPr/>
          </p:nvGrpSpPr>
          <p:grpSpPr>
            <a:xfrm>
              <a:off x="708377" y="670492"/>
              <a:ext cx="147414" cy="147414"/>
              <a:chOff x="0" y="0"/>
              <a:chExt cx="812800" cy="812800"/>
            </a:xfrm>
          </p:grpSpPr>
          <p:sp>
            <p:nvSpPr>
              <p:cNvPr id="1528" name="Google Shape;1528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30" name="Google Shape;1530;p14"/>
            <p:cNvGrpSpPr/>
            <p:nvPr/>
          </p:nvGrpSpPr>
          <p:grpSpPr>
            <a:xfrm>
              <a:off x="708377" y="912001"/>
              <a:ext cx="147414" cy="147414"/>
              <a:chOff x="0" y="0"/>
              <a:chExt cx="812800" cy="812800"/>
            </a:xfrm>
          </p:grpSpPr>
          <p:sp>
            <p:nvSpPr>
              <p:cNvPr id="1531" name="Google Shape;1531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33" name="Google Shape;1533;p14"/>
            <p:cNvGrpSpPr/>
            <p:nvPr/>
          </p:nvGrpSpPr>
          <p:grpSpPr>
            <a:xfrm>
              <a:off x="708377" y="1153511"/>
              <a:ext cx="147414" cy="147414"/>
              <a:chOff x="0" y="0"/>
              <a:chExt cx="812800" cy="812800"/>
            </a:xfrm>
          </p:grpSpPr>
          <p:sp>
            <p:nvSpPr>
              <p:cNvPr id="1534" name="Google Shape;1534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36" name="Google Shape;1536;p14"/>
            <p:cNvGrpSpPr/>
            <p:nvPr/>
          </p:nvGrpSpPr>
          <p:grpSpPr>
            <a:xfrm>
              <a:off x="708377" y="1395021"/>
              <a:ext cx="147414" cy="147414"/>
              <a:chOff x="0" y="0"/>
              <a:chExt cx="812800" cy="812800"/>
            </a:xfrm>
          </p:grpSpPr>
          <p:sp>
            <p:nvSpPr>
              <p:cNvPr id="1537" name="Google Shape;1537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39" name="Google Shape;1539;p14"/>
            <p:cNvGrpSpPr/>
            <p:nvPr/>
          </p:nvGrpSpPr>
          <p:grpSpPr>
            <a:xfrm>
              <a:off x="708377" y="1636530"/>
              <a:ext cx="147414" cy="147414"/>
              <a:chOff x="0" y="0"/>
              <a:chExt cx="812800" cy="812800"/>
            </a:xfrm>
          </p:grpSpPr>
          <p:sp>
            <p:nvSpPr>
              <p:cNvPr id="1540" name="Google Shape;1540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42" name="Google Shape;1542;p14"/>
            <p:cNvGrpSpPr/>
            <p:nvPr/>
          </p:nvGrpSpPr>
          <p:grpSpPr>
            <a:xfrm>
              <a:off x="708377" y="1878040"/>
              <a:ext cx="147414" cy="147414"/>
              <a:chOff x="0" y="0"/>
              <a:chExt cx="812800" cy="812800"/>
            </a:xfrm>
          </p:grpSpPr>
          <p:sp>
            <p:nvSpPr>
              <p:cNvPr id="1543" name="Google Shape;1543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45" name="Google Shape;1545;p14"/>
            <p:cNvGrpSpPr/>
            <p:nvPr/>
          </p:nvGrpSpPr>
          <p:grpSpPr>
            <a:xfrm>
              <a:off x="708377" y="2119549"/>
              <a:ext cx="147414" cy="147414"/>
              <a:chOff x="0" y="0"/>
              <a:chExt cx="812800" cy="812800"/>
            </a:xfrm>
          </p:grpSpPr>
          <p:sp>
            <p:nvSpPr>
              <p:cNvPr id="1546" name="Google Shape;1546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48" name="Google Shape;1548;p14"/>
            <p:cNvGrpSpPr/>
            <p:nvPr/>
          </p:nvGrpSpPr>
          <p:grpSpPr>
            <a:xfrm>
              <a:off x="708377" y="2361059"/>
              <a:ext cx="147414" cy="147414"/>
              <a:chOff x="0" y="0"/>
              <a:chExt cx="812800" cy="812800"/>
            </a:xfrm>
          </p:grpSpPr>
          <p:sp>
            <p:nvSpPr>
              <p:cNvPr id="1549" name="Google Shape;1549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51" name="Google Shape;1551;p14"/>
            <p:cNvGrpSpPr/>
            <p:nvPr/>
          </p:nvGrpSpPr>
          <p:grpSpPr>
            <a:xfrm>
              <a:off x="708377" y="2602569"/>
              <a:ext cx="147414" cy="147414"/>
              <a:chOff x="0" y="0"/>
              <a:chExt cx="812800" cy="812800"/>
            </a:xfrm>
          </p:grpSpPr>
          <p:sp>
            <p:nvSpPr>
              <p:cNvPr id="1552" name="Google Shape;1552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54" name="Google Shape;1554;p14"/>
            <p:cNvGrpSpPr/>
            <p:nvPr/>
          </p:nvGrpSpPr>
          <p:grpSpPr>
            <a:xfrm>
              <a:off x="708377" y="2844078"/>
              <a:ext cx="147414" cy="147414"/>
              <a:chOff x="0" y="0"/>
              <a:chExt cx="812800" cy="812800"/>
            </a:xfrm>
          </p:grpSpPr>
          <p:sp>
            <p:nvSpPr>
              <p:cNvPr id="1555" name="Google Shape;1555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57" name="Google Shape;1557;p14"/>
            <p:cNvGrpSpPr/>
            <p:nvPr/>
          </p:nvGrpSpPr>
          <p:grpSpPr>
            <a:xfrm>
              <a:off x="708377" y="3085588"/>
              <a:ext cx="147414" cy="147414"/>
              <a:chOff x="0" y="0"/>
              <a:chExt cx="812800" cy="812800"/>
            </a:xfrm>
          </p:grpSpPr>
          <p:sp>
            <p:nvSpPr>
              <p:cNvPr id="1558" name="Google Shape;1558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60" name="Google Shape;1560;p14"/>
            <p:cNvGrpSpPr/>
            <p:nvPr/>
          </p:nvGrpSpPr>
          <p:grpSpPr>
            <a:xfrm>
              <a:off x="708377" y="3327097"/>
              <a:ext cx="147414" cy="147414"/>
              <a:chOff x="0" y="0"/>
              <a:chExt cx="812800" cy="812800"/>
            </a:xfrm>
          </p:grpSpPr>
          <p:sp>
            <p:nvSpPr>
              <p:cNvPr id="1561" name="Google Shape;1561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63" name="Google Shape;1563;p14"/>
            <p:cNvGrpSpPr/>
            <p:nvPr/>
          </p:nvGrpSpPr>
          <p:grpSpPr>
            <a:xfrm>
              <a:off x="708377" y="3568607"/>
              <a:ext cx="147414" cy="147414"/>
              <a:chOff x="0" y="0"/>
              <a:chExt cx="812800" cy="812800"/>
            </a:xfrm>
          </p:grpSpPr>
          <p:sp>
            <p:nvSpPr>
              <p:cNvPr id="1564" name="Google Shape;1564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66" name="Google Shape;1566;p14"/>
            <p:cNvGrpSpPr/>
            <p:nvPr/>
          </p:nvGrpSpPr>
          <p:grpSpPr>
            <a:xfrm>
              <a:off x="708377" y="3810117"/>
              <a:ext cx="147414" cy="147414"/>
              <a:chOff x="0" y="0"/>
              <a:chExt cx="812800" cy="812800"/>
            </a:xfrm>
          </p:grpSpPr>
          <p:sp>
            <p:nvSpPr>
              <p:cNvPr id="1567" name="Google Shape;1567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69" name="Google Shape;1569;p14"/>
            <p:cNvGrpSpPr/>
            <p:nvPr/>
          </p:nvGrpSpPr>
          <p:grpSpPr>
            <a:xfrm>
              <a:off x="708377" y="4051626"/>
              <a:ext cx="147414" cy="147414"/>
              <a:chOff x="0" y="0"/>
              <a:chExt cx="812800" cy="812800"/>
            </a:xfrm>
          </p:grpSpPr>
          <p:sp>
            <p:nvSpPr>
              <p:cNvPr id="1570" name="Google Shape;1570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72" name="Google Shape;1572;p14"/>
            <p:cNvGrpSpPr/>
            <p:nvPr/>
          </p:nvGrpSpPr>
          <p:grpSpPr>
            <a:xfrm>
              <a:off x="708377" y="4293136"/>
              <a:ext cx="147414" cy="147414"/>
              <a:chOff x="0" y="0"/>
              <a:chExt cx="812800" cy="812800"/>
            </a:xfrm>
          </p:grpSpPr>
          <p:sp>
            <p:nvSpPr>
              <p:cNvPr id="1573" name="Google Shape;1573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75" name="Google Shape;1575;p14"/>
            <p:cNvGrpSpPr/>
            <p:nvPr/>
          </p:nvGrpSpPr>
          <p:grpSpPr>
            <a:xfrm>
              <a:off x="708377" y="4534645"/>
              <a:ext cx="147414" cy="147414"/>
              <a:chOff x="0" y="0"/>
              <a:chExt cx="812800" cy="812800"/>
            </a:xfrm>
          </p:grpSpPr>
          <p:sp>
            <p:nvSpPr>
              <p:cNvPr id="1576" name="Google Shape;1576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78" name="Google Shape;1578;p14"/>
            <p:cNvGrpSpPr/>
            <p:nvPr/>
          </p:nvGrpSpPr>
          <p:grpSpPr>
            <a:xfrm>
              <a:off x="472251" y="670492"/>
              <a:ext cx="147414" cy="147414"/>
              <a:chOff x="0" y="0"/>
              <a:chExt cx="812800" cy="812800"/>
            </a:xfrm>
          </p:grpSpPr>
          <p:sp>
            <p:nvSpPr>
              <p:cNvPr id="1579" name="Google Shape;1579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81" name="Google Shape;1581;p14"/>
            <p:cNvGrpSpPr/>
            <p:nvPr/>
          </p:nvGrpSpPr>
          <p:grpSpPr>
            <a:xfrm>
              <a:off x="472251" y="912001"/>
              <a:ext cx="147414" cy="147414"/>
              <a:chOff x="0" y="0"/>
              <a:chExt cx="812800" cy="812800"/>
            </a:xfrm>
          </p:grpSpPr>
          <p:sp>
            <p:nvSpPr>
              <p:cNvPr id="1582" name="Google Shape;1582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84" name="Google Shape;1584;p14"/>
            <p:cNvGrpSpPr/>
            <p:nvPr/>
          </p:nvGrpSpPr>
          <p:grpSpPr>
            <a:xfrm>
              <a:off x="472251" y="1153511"/>
              <a:ext cx="147414" cy="147414"/>
              <a:chOff x="0" y="0"/>
              <a:chExt cx="812800" cy="812800"/>
            </a:xfrm>
          </p:grpSpPr>
          <p:sp>
            <p:nvSpPr>
              <p:cNvPr id="1585" name="Google Shape;1585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87" name="Google Shape;1587;p14"/>
            <p:cNvGrpSpPr/>
            <p:nvPr/>
          </p:nvGrpSpPr>
          <p:grpSpPr>
            <a:xfrm>
              <a:off x="472251" y="1395021"/>
              <a:ext cx="147414" cy="147414"/>
              <a:chOff x="0" y="0"/>
              <a:chExt cx="812800" cy="812800"/>
            </a:xfrm>
          </p:grpSpPr>
          <p:sp>
            <p:nvSpPr>
              <p:cNvPr id="1588" name="Google Shape;1588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90" name="Google Shape;1590;p14"/>
            <p:cNvGrpSpPr/>
            <p:nvPr/>
          </p:nvGrpSpPr>
          <p:grpSpPr>
            <a:xfrm>
              <a:off x="472251" y="1636530"/>
              <a:ext cx="147414" cy="147414"/>
              <a:chOff x="0" y="0"/>
              <a:chExt cx="812800" cy="812800"/>
            </a:xfrm>
          </p:grpSpPr>
          <p:sp>
            <p:nvSpPr>
              <p:cNvPr id="1591" name="Google Shape;1591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93" name="Google Shape;1593;p14"/>
            <p:cNvGrpSpPr/>
            <p:nvPr/>
          </p:nvGrpSpPr>
          <p:grpSpPr>
            <a:xfrm>
              <a:off x="472251" y="1878040"/>
              <a:ext cx="147414" cy="147414"/>
              <a:chOff x="0" y="0"/>
              <a:chExt cx="812800" cy="812800"/>
            </a:xfrm>
          </p:grpSpPr>
          <p:sp>
            <p:nvSpPr>
              <p:cNvPr id="1594" name="Google Shape;1594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96" name="Google Shape;1596;p14"/>
            <p:cNvGrpSpPr/>
            <p:nvPr/>
          </p:nvGrpSpPr>
          <p:grpSpPr>
            <a:xfrm>
              <a:off x="472251" y="2119549"/>
              <a:ext cx="147414" cy="147414"/>
              <a:chOff x="0" y="0"/>
              <a:chExt cx="812800" cy="812800"/>
            </a:xfrm>
          </p:grpSpPr>
          <p:sp>
            <p:nvSpPr>
              <p:cNvPr id="1597" name="Google Shape;1597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599" name="Google Shape;1599;p14"/>
            <p:cNvGrpSpPr/>
            <p:nvPr/>
          </p:nvGrpSpPr>
          <p:grpSpPr>
            <a:xfrm>
              <a:off x="472251" y="2361059"/>
              <a:ext cx="147414" cy="147414"/>
              <a:chOff x="0" y="0"/>
              <a:chExt cx="812800" cy="812800"/>
            </a:xfrm>
          </p:grpSpPr>
          <p:sp>
            <p:nvSpPr>
              <p:cNvPr id="1600" name="Google Shape;1600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02" name="Google Shape;1602;p14"/>
            <p:cNvGrpSpPr/>
            <p:nvPr/>
          </p:nvGrpSpPr>
          <p:grpSpPr>
            <a:xfrm>
              <a:off x="472251" y="2602569"/>
              <a:ext cx="147414" cy="147414"/>
              <a:chOff x="0" y="0"/>
              <a:chExt cx="812800" cy="812800"/>
            </a:xfrm>
          </p:grpSpPr>
          <p:sp>
            <p:nvSpPr>
              <p:cNvPr id="1603" name="Google Shape;1603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05" name="Google Shape;1605;p14"/>
            <p:cNvGrpSpPr/>
            <p:nvPr/>
          </p:nvGrpSpPr>
          <p:grpSpPr>
            <a:xfrm>
              <a:off x="472251" y="2844078"/>
              <a:ext cx="147414" cy="147414"/>
              <a:chOff x="0" y="0"/>
              <a:chExt cx="812800" cy="812800"/>
            </a:xfrm>
          </p:grpSpPr>
          <p:sp>
            <p:nvSpPr>
              <p:cNvPr id="1606" name="Google Shape;1606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08" name="Google Shape;1608;p14"/>
            <p:cNvGrpSpPr/>
            <p:nvPr/>
          </p:nvGrpSpPr>
          <p:grpSpPr>
            <a:xfrm>
              <a:off x="472251" y="3085588"/>
              <a:ext cx="147414" cy="147414"/>
              <a:chOff x="0" y="0"/>
              <a:chExt cx="812800" cy="812800"/>
            </a:xfrm>
          </p:grpSpPr>
          <p:sp>
            <p:nvSpPr>
              <p:cNvPr id="1609" name="Google Shape;1609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11" name="Google Shape;1611;p14"/>
            <p:cNvGrpSpPr/>
            <p:nvPr/>
          </p:nvGrpSpPr>
          <p:grpSpPr>
            <a:xfrm>
              <a:off x="472251" y="3327097"/>
              <a:ext cx="147414" cy="147414"/>
              <a:chOff x="0" y="0"/>
              <a:chExt cx="812800" cy="812800"/>
            </a:xfrm>
          </p:grpSpPr>
          <p:sp>
            <p:nvSpPr>
              <p:cNvPr id="1612" name="Google Shape;1612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14" name="Google Shape;1614;p14"/>
            <p:cNvGrpSpPr/>
            <p:nvPr/>
          </p:nvGrpSpPr>
          <p:grpSpPr>
            <a:xfrm>
              <a:off x="472251" y="3568607"/>
              <a:ext cx="147414" cy="147414"/>
              <a:chOff x="0" y="0"/>
              <a:chExt cx="812800" cy="812800"/>
            </a:xfrm>
          </p:grpSpPr>
          <p:sp>
            <p:nvSpPr>
              <p:cNvPr id="1615" name="Google Shape;1615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17" name="Google Shape;1617;p14"/>
            <p:cNvGrpSpPr/>
            <p:nvPr/>
          </p:nvGrpSpPr>
          <p:grpSpPr>
            <a:xfrm>
              <a:off x="472251" y="3810117"/>
              <a:ext cx="147414" cy="147414"/>
              <a:chOff x="0" y="0"/>
              <a:chExt cx="812800" cy="812800"/>
            </a:xfrm>
          </p:grpSpPr>
          <p:sp>
            <p:nvSpPr>
              <p:cNvPr id="1618" name="Google Shape;1618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20" name="Google Shape;1620;p14"/>
            <p:cNvGrpSpPr/>
            <p:nvPr/>
          </p:nvGrpSpPr>
          <p:grpSpPr>
            <a:xfrm>
              <a:off x="472251" y="4051626"/>
              <a:ext cx="147414" cy="147414"/>
              <a:chOff x="0" y="0"/>
              <a:chExt cx="812800" cy="812800"/>
            </a:xfrm>
          </p:grpSpPr>
          <p:sp>
            <p:nvSpPr>
              <p:cNvPr id="1621" name="Google Shape;1621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23" name="Google Shape;1623;p14"/>
            <p:cNvGrpSpPr/>
            <p:nvPr/>
          </p:nvGrpSpPr>
          <p:grpSpPr>
            <a:xfrm>
              <a:off x="472251" y="4293136"/>
              <a:ext cx="147414" cy="147414"/>
              <a:chOff x="0" y="0"/>
              <a:chExt cx="812800" cy="812800"/>
            </a:xfrm>
          </p:grpSpPr>
          <p:sp>
            <p:nvSpPr>
              <p:cNvPr id="1624" name="Google Shape;1624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26" name="Google Shape;1626;p14"/>
            <p:cNvGrpSpPr/>
            <p:nvPr/>
          </p:nvGrpSpPr>
          <p:grpSpPr>
            <a:xfrm>
              <a:off x="472251" y="4534645"/>
              <a:ext cx="147414" cy="147414"/>
              <a:chOff x="0" y="0"/>
              <a:chExt cx="812800" cy="812800"/>
            </a:xfrm>
          </p:grpSpPr>
          <p:sp>
            <p:nvSpPr>
              <p:cNvPr id="1627" name="Google Shape;1627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29" name="Google Shape;1629;p14"/>
            <p:cNvGrpSpPr/>
            <p:nvPr/>
          </p:nvGrpSpPr>
          <p:grpSpPr>
            <a:xfrm>
              <a:off x="236126" y="912001"/>
              <a:ext cx="147414" cy="147414"/>
              <a:chOff x="0" y="0"/>
              <a:chExt cx="812800" cy="812800"/>
            </a:xfrm>
          </p:grpSpPr>
          <p:sp>
            <p:nvSpPr>
              <p:cNvPr id="1630" name="Google Shape;1630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32" name="Google Shape;1632;p14"/>
            <p:cNvGrpSpPr/>
            <p:nvPr/>
          </p:nvGrpSpPr>
          <p:grpSpPr>
            <a:xfrm>
              <a:off x="236126" y="1153511"/>
              <a:ext cx="147414" cy="147414"/>
              <a:chOff x="0" y="0"/>
              <a:chExt cx="812800" cy="812800"/>
            </a:xfrm>
          </p:grpSpPr>
          <p:sp>
            <p:nvSpPr>
              <p:cNvPr id="1633" name="Google Shape;1633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35" name="Google Shape;1635;p14"/>
            <p:cNvGrpSpPr/>
            <p:nvPr/>
          </p:nvGrpSpPr>
          <p:grpSpPr>
            <a:xfrm>
              <a:off x="236126" y="1395021"/>
              <a:ext cx="147414" cy="147414"/>
              <a:chOff x="0" y="0"/>
              <a:chExt cx="812800" cy="812800"/>
            </a:xfrm>
          </p:grpSpPr>
          <p:sp>
            <p:nvSpPr>
              <p:cNvPr id="1636" name="Google Shape;1636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38" name="Google Shape;1638;p14"/>
            <p:cNvGrpSpPr/>
            <p:nvPr/>
          </p:nvGrpSpPr>
          <p:grpSpPr>
            <a:xfrm>
              <a:off x="236126" y="1636530"/>
              <a:ext cx="147414" cy="147414"/>
              <a:chOff x="0" y="0"/>
              <a:chExt cx="812800" cy="812800"/>
            </a:xfrm>
          </p:grpSpPr>
          <p:sp>
            <p:nvSpPr>
              <p:cNvPr id="1639" name="Google Shape;1639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41" name="Google Shape;1641;p14"/>
            <p:cNvGrpSpPr/>
            <p:nvPr/>
          </p:nvGrpSpPr>
          <p:grpSpPr>
            <a:xfrm>
              <a:off x="236126" y="1878040"/>
              <a:ext cx="147414" cy="147414"/>
              <a:chOff x="0" y="0"/>
              <a:chExt cx="812800" cy="812800"/>
            </a:xfrm>
          </p:grpSpPr>
          <p:sp>
            <p:nvSpPr>
              <p:cNvPr id="1642" name="Google Shape;1642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44" name="Google Shape;1644;p14"/>
            <p:cNvGrpSpPr/>
            <p:nvPr/>
          </p:nvGrpSpPr>
          <p:grpSpPr>
            <a:xfrm>
              <a:off x="236126" y="2119549"/>
              <a:ext cx="147414" cy="147414"/>
              <a:chOff x="0" y="0"/>
              <a:chExt cx="812800" cy="812800"/>
            </a:xfrm>
          </p:grpSpPr>
          <p:sp>
            <p:nvSpPr>
              <p:cNvPr id="1645" name="Google Shape;1645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47" name="Google Shape;1647;p14"/>
            <p:cNvGrpSpPr/>
            <p:nvPr/>
          </p:nvGrpSpPr>
          <p:grpSpPr>
            <a:xfrm>
              <a:off x="236126" y="2361059"/>
              <a:ext cx="147414" cy="147414"/>
              <a:chOff x="0" y="0"/>
              <a:chExt cx="812800" cy="812800"/>
            </a:xfrm>
          </p:grpSpPr>
          <p:sp>
            <p:nvSpPr>
              <p:cNvPr id="1648" name="Google Shape;1648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50" name="Google Shape;1650;p14"/>
            <p:cNvGrpSpPr/>
            <p:nvPr/>
          </p:nvGrpSpPr>
          <p:grpSpPr>
            <a:xfrm>
              <a:off x="236126" y="2602569"/>
              <a:ext cx="147414" cy="147414"/>
              <a:chOff x="0" y="0"/>
              <a:chExt cx="812800" cy="812800"/>
            </a:xfrm>
          </p:grpSpPr>
          <p:sp>
            <p:nvSpPr>
              <p:cNvPr id="1651" name="Google Shape;1651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53" name="Google Shape;1653;p14"/>
            <p:cNvGrpSpPr/>
            <p:nvPr/>
          </p:nvGrpSpPr>
          <p:grpSpPr>
            <a:xfrm>
              <a:off x="236126" y="2844078"/>
              <a:ext cx="147414" cy="147414"/>
              <a:chOff x="0" y="0"/>
              <a:chExt cx="812800" cy="812800"/>
            </a:xfrm>
          </p:grpSpPr>
          <p:sp>
            <p:nvSpPr>
              <p:cNvPr id="1654" name="Google Shape;1654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56" name="Google Shape;1656;p14"/>
            <p:cNvGrpSpPr/>
            <p:nvPr/>
          </p:nvGrpSpPr>
          <p:grpSpPr>
            <a:xfrm>
              <a:off x="236126" y="3085588"/>
              <a:ext cx="147414" cy="147414"/>
              <a:chOff x="0" y="0"/>
              <a:chExt cx="812800" cy="812800"/>
            </a:xfrm>
          </p:grpSpPr>
          <p:sp>
            <p:nvSpPr>
              <p:cNvPr id="1657" name="Google Shape;1657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59" name="Google Shape;1659;p14"/>
            <p:cNvGrpSpPr/>
            <p:nvPr/>
          </p:nvGrpSpPr>
          <p:grpSpPr>
            <a:xfrm>
              <a:off x="236126" y="3327097"/>
              <a:ext cx="147414" cy="147414"/>
              <a:chOff x="0" y="0"/>
              <a:chExt cx="812800" cy="812800"/>
            </a:xfrm>
          </p:grpSpPr>
          <p:sp>
            <p:nvSpPr>
              <p:cNvPr id="1660" name="Google Shape;1660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62" name="Google Shape;1662;p14"/>
            <p:cNvGrpSpPr/>
            <p:nvPr/>
          </p:nvGrpSpPr>
          <p:grpSpPr>
            <a:xfrm>
              <a:off x="236126" y="3568607"/>
              <a:ext cx="147414" cy="147414"/>
              <a:chOff x="0" y="0"/>
              <a:chExt cx="812800" cy="812800"/>
            </a:xfrm>
          </p:grpSpPr>
          <p:sp>
            <p:nvSpPr>
              <p:cNvPr id="1663" name="Google Shape;1663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65" name="Google Shape;1665;p14"/>
            <p:cNvGrpSpPr/>
            <p:nvPr/>
          </p:nvGrpSpPr>
          <p:grpSpPr>
            <a:xfrm>
              <a:off x="236126" y="3810117"/>
              <a:ext cx="147414" cy="147414"/>
              <a:chOff x="0" y="0"/>
              <a:chExt cx="812800" cy="812800"/>
            </a:xfrm>
          </p:grpSpPr>
          <p:sp>
            <p:nvSpPr>
              <p:cNvPr id="1666" name="Google Shape;1666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68" name="Google Shape;1668;p14"/>
            <p:cNvGrpSpPr/>
            <p:nvPr/>
          </p:nvGrpSpPr>
          <p:grpSpPr>
            <a:xfrm>
              <a:off x="236126" y="4051626"/>
              <a:ext cx="147414" cy="147414"/>
              <a:chOff x="0" y="0"/>
              <a:chExt cx="812800" cy="812800"/>
            </a:xfrm>
          </p:grpSpPr>
          <p:sp>
            <p:nvSpPr>
              <p:cNvPr id="1669" name="Google Shape;1669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71" name="Google Shape;1671;p14"/>
            <p:cNvGrpSpPr/>
            <p:nvPr/>
          </p:nvGrpSpPr>
          <p:grpSpPr>
            <a:xfrm>
              <a:off x="236126" y="4293136"/>
              <a:ext cx="147414" cy="147414"/>
              <a:chOff x="0" y="0"/>
              <a:chExt cx="812800" cy="812800"/>
            </a:xfrm>
          </p:grpSpPr>
          <p:sp>
            <p:nvSpPr>
              <p:cNvPr id="1672" name="Google Shape;1672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74" name="Google Shape;1674;p14"/>
            <p:cNvGrpSpPr/>
            <p:nvPr/>
          </p:nvGrpSpPr>
          <p:grpSpPr>
            <a:xfrm>
              <a:off x="236126" y="4534645"/>
              <a:ext cx="147414" cy="147414"/>
              <a:chOff x="0" y="0"/>
              <a:chExt cx="812800" cy="812800"/>
            </a:xfrm>
          </p:grpSpPr>
          <p:sp>
            <p:nvSpPr>
              <p:cNvPr id="1675" name="Google Shape;1675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77" name="Google Shape;1677;p14"/>
            <p:cNvGrpSpPr/>
            <p:nvPr/>
          </p:nvGrpSpPr>
          <p:grpSpPr>
            <a:xfrm>
              <a:off x="0" y="1153511"/>
              <a:ext cx="147414" cy="147414"/>
              <a:chOff x="0" y="0"/>
              <a:chExt cx="812800" cy="812800"/>
            </a:xfrm>
          </p:grpSpPr>
          <p:sp>
            <p:nvSpPr>
              <p:cNvPr id="1678" name="Google Shape;1678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80" name="Google Shape;1680;p14"/>
            <p:cNvGrpSpPr/>
            <p:nvPr/>
          </p:nvGrpSpPr>
          <p:grpSpPr>
            <a:xfrm>
              <a:off x="0" y="1395021"/>
              <a:ext cx="147414" cy="147414"/>
              <a:chOff x="0" y="0"/>
              <a:chExt cx="812800" cy="812800"/>
            </a:xfrm>
          </p:grpSpPr>
          <p:sp>
            <p:nvSpPr>
              <p:cNvPr id="1681" name="Google Shape;1681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83" name="Google Shape;1683;p14"/>
            <p:cNvGrpSpPr/>
            <p:nvPr/>
          </p:nvGrpSpPr>
          <p:grpSpPr>
            <a:xfrm>
              <a:off x="0" y="1636530"/>
              <a:ext cx="147414" cy="147414"/>
              <a:chOff x="0" y="0"/>
              <a:chExt cx="812800" cy="812800"/>
            </a:xfrm>
          </p:grpSpPr>
          <p:sp>
            <p:nvSpPr>
              <p:cNvPr id="1684" name="Google Shape;1684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86" name="Google Shape;1686;p14"/>
            <p:cNvGrpSpPr/>
            <p:nvPr/>
          </p:nvGrpSpPr>
          <p:grpSpPr>
            <a:xfrm>
              <a:off x="0" y="1878040"/>
              <a:ext cx="147414" cy="147414"/>
              <a:chOff x="0" y="0"/>
              <a:chExt cx="812800" cy="812800"/>
            </a:xfrm>
          </p:grpSpPr>
          <p:sp>
            <p:nvSpPr>
              <p:cNvPr id="1687" name="Google Shape;1687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89" name="Google Shape;1689;p14"/>
            <p:cNvGrpSpPr/>
            <p:nvPr/>
          </p:nvGrpSpPr>
          <p:grpSpPr>
            <a:xfrm>
              <a:off x="0" y="2119549"/>
              <a:ext cx="147414" cy="147414"/>
              <a:chOff x="0" y="0"/>
              <a:chExt cx="812800" cy="812800"/>
            </a:xfrm>
          </p:grpSpPr>
          <p:sp>
            <p:nvSpPr>
              <p:cNvPr id="1690" name="Google Shape;1690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92" name="Google Shape;1692;p14"/>
            <p:cNvGrpSpPr/>
            <p:nvPr/>
          </p:nvGrpSpPr>
          <p:grpSpPr>
            <a:xfrm>
              <a:off x="0" y="2361059"/>
              <a:ext cx="147414" cy="147414"/>
              <a:chOff x="0" y="0"/>
              <a:chExt cx="812800" cy="812800"/>
            </a:xfrm>
          </p:grpSpPr>
          <p:sp>
            <p:nvSpPr>
              <p:cNvPr id="1693" name="Google Shape;1693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95" name="Google Shape;1695;p14"/>
            <p:cNvGrpSpPr/>
            <p:nvPr/>
          </p:nvGrpSpPr>
          <p:grpSpPr>
            <a:xfrm>
              <a:off x="0" y="2602569"/>
              <a:ext cx="147414" cy="147414"/>
              <a:chOff x="0" y="0"/>
              <a:chExt cx="812800" cy="812800"/>
            </a:xfrm>
          </p:grpSpPr>
          <p:sp>
            <p:nvSpPr>
              <p:cNvPr id="1696" name="Google Shape;1696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698" name="Google Shape;1698;p14"/>
            <p:cNvGrpSpPr/>
            <p:nvPr/>
          </p:nvGrpSpPr>
          <p:grpSpPr>
            <a:xfrm>
              <a:off x="0" y="2844078"/>
              <a:ext cx="147414" cy="147414"/>
              <a:chOff x="0" y="0"/>
              <a:chExt cx="812800" cy="812800"/>
            </a:xfrm>
          </p:grpSpPr>
          <p:sp>
            <p:nvSpPr>
              <p:cNvPr id="1699" name="Google Shape;1699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01" name="Google Shape;1701;p14"/>
            <p:cNvGrpSpPr/>
            <p:nvPr/>
          </p:nvGrpSpPr>
          <p:grpSpPr>
            <a:xfrm>
              <a:off x="0" y="3085588"/>
              <a:ext cx="147414" cy="147414"/>
              <a:chOff x="0" y="0"/>
              <a:chExt cx="812800" cy="812800"/>
            </a:xfrm>
          </p:grpSpPr>
          <p:sp>
            <p:nvSpPr>
              <p:cNvPr id="1702" name="Google Shape;1702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04" name="Google Shape;1704;p14"/>
            <p:cNvGrpSpPr/>
            <p:nvPr/>
          </p:nvGrpSpPr>
          <p:grpSpPr>
            <a:xfrm>
              <a:off x="0" y="3327097"/>
              <a:ext cx="147414" cy="147414"/>
              <a:chOff x="0" y="0"/>
              <a:chExt cx="812800" cy="812800"/>
            </a:xfrm>
          </p:grpSpPr>
          <p:sp>
            <p:nvSpPr>
              <p:cNvPr id="1705" name="Google Shape;1705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07" name="Google Shape;1707;p14"/>
            <p:cNvGrpSpPr/>
            <p:nvPr/>
          </p:nvGrpSpPr>
          <p:grpSpPr>
            <a:xfrm>
              <a:off x="0" y="3568607"/>
              <a:ext cx="147414" cy="147414"/>
              <a:chOff x="0" y="0"/>
              <a:chExt cx="812800" cy="812800"/>
            </a:xfrm>
          </p:grpSpPr>
          <p:sp>
            <p:nvSpPr>
              <p:cNvPr id="1708" name="Google Shape;1708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10" name="Google Shape;1710;p14"/>
            <p:cNvGrpSpPr/>
            <p:nvPr/>
          </p:nvGrpSpPr>
          <p:grpSpPr>
            <a:xfrm>
              <a:off x="0" y="3810117"/>
              <a:ext cx="147414" cy="147414"/>
              <a:chOff x="0" y="0"/>
              <a:chExt cx="812800" cy="812800"/>
            </a:xfrm>
          </p:grpSpPr>
          <p:sp>
            <p:nvSpPr>
              <p:cNvPr id="1711" name="Google Shape;1711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13" name="Google Shape;1713;p14"/>
            <p:cNvGrpSpPr/>
            <p:nvPr/>
          </p:nvGrpSpPr>
          <p:grpSpPr>
            <a:xfrm>
              <a:off x="0" y="4051626"/>
              <a:ext cx="147414" cy="147414"/>
              <a:chOff x="0" y="0"/>
              <a:chExt cx="812800" cy="812800"/>
            </a:xfrm>
          </p:grpSpPr>
          <p:sp>
            <p:nvSpPr>
              <p:cNvPr id="1714" name="Google Shape;1714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16" name="Google Shape;1716;p14"/>
            <p:cNvGrpSpPr/>
            <p:nvPr/>
          </p:nvGrpSpPr>
          <p:grpSpPr>
            <a:xfrm>
              <a:off x="0" y="4293136"/>
              <a:ext cx="147414" cy="147414"/>
              <a:chOff x="0" y="0"/>
              <a:chExt cx="812800" cy="812800"/>
            </a:xfrm>
          </p:grpSpPr>
          <p:sp>
            <p:nvSpPr>
              <p:cNvPr id="1717" name="Google Shape;1717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19" name="Google Shape;1719;p14"/>
            <p:cNvGrpSpPr/>
            <p:nvPr/>
          </p:nvGrpSpPr>
          <p:grpSpPr>
            <a:xfrm>
              <a:off x="0" y="4534645"/>
              <a:ext cx="147414" cy="147414"/>
              <a:chOff x="0" y="0"/>
              <a:chExt cx="812800" cy="812800"/>
            </a:xfrm>
          </p:grpSpPr>
          <p:sp>
            <p:nvSpPr>
              <p:cNvPr id="1720" name="Google Shape;1720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22" name="Google Shape;1722;p14"/>
            <p:cNvGrpSpPr/>
            <p:nvPr/>
          </p:nvGrpSpPr>
          <p:grpSpPr>
            <a:xfrm>
              <a:off x="0" y="912001"/>
              <a:ext cx="147414" cy="147414"/>
              <a:chOff x="0" y="0"/>
              <a:chExt cx="812800" cy="812800"/>
            </a:xfrm>
          </p:grpSpPr>
          <p:sp>
            <p:nvSpPr>
              <p:cNvPr id="1723" name="Google Shape;1723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25" name="Google Shape;1725;p14"/>
            <p:cNvGrpSpPr/>
            <p:nvPr/>
          </p:nvGrpSpPr>
          <p:grpSpPr>
            <a:xfrm>
              <a:off x="236126" y="670492"/>
              <a:ext cx="147414" cy="147414"/>
              <a:chOff x="0" y="0"/>
              <a:chExt cx="812800" cy="812800"/>
            </a:xfrm>
          </p:grpSpPr>
          <p:sp>
            <p:nvSpPr>
              <p:cNvPr id="1726" name="Google Shape;1726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28" name="Google Shape;1728;p14"/>
            <p:cNvGrpSpPr/>
            <p:nvPr/>
          </p:nvGrpSpPr>
          <p:grpSpPr>
            <a:xfrm>
              <a:off x="0" y="670492"/>
              <a:ext cx="147414" cy="147414"/>
              <a:chOff x="0" y="0"/>
              <a:chExt cx="812800" cy="812800"/>
            </a:xfrm>
          </p:grpSpPr>
          <p:sp>
            <p:nvSpPr>
              <p:cNvPr id="1729" name="Google Shape;1729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31" name="Google Shape;1731;p14"/>
            <p:cNvGrpSpPr/>
            <p:nvPr/>
          </p:nvGrpSpPr>
          <p:grpSpPr>
            <a:xfrm>
              <a:off x="236126" y="459927"/>
              <a:ext cx="147414" cy="147414"/>
              <a:chOff x="0" y="0"/>
              <a:chExt cx="812800" cy="812800"/>
            </a:xfrm>
          </p:grpSpPr>
          <p:sp>
            <p:nvSpPr>
              <p:cNvPr id="1732" name="Google Shape;1732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34" name="Google Shape;1734;p14"/>
            <p:cNvGrpSpPr/>
            <p:nvPr/>
          </p:nvGrpSpPr>
          <p:grpSpPr>
            <a:xfrm>
              <a:off x="0" y="459927"/>
              <a:ext cx="147414" cy="147414"/>
              <a:chOff x="0" y="0"/>
              <a:chExt cx="812800" cy="812800"/>
            </a:xfrm>
          </p:grpSpPr>
          <p:sp>
            <p:nvSpPr>
              <p:cNvPr id="1735" name="Google Shape;1735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37" name="Google Shape;1737;p14"/>
            <p:cNvGrpSpPr/>
            <p:nvPr/>
          </p:nvGrpSpPr>
          <p:grpSpPr>
            <a:xfrm>
              <a:off x="0" y="223614"/>
              <a:ext cx="147414" cy="147414"/>
              <a:chOff x="0" y="0"/>
              <a:chExt cx="812800" cy="812800"/>
            </a:xfrm>
          </p:grpSpPr>
          <p:sp>
            <p:nvSpPr>
              <p:cNvPr id="1738" name="Google Shape;1738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40" name="Google Shape;1740;p14"/>
            <p:cNvGrpSpPr/>
            <p:nvPr/>
          </p:nvGrpSpPr>
          <p:grpSpPr>
            <a:xfrm>
              <a:off x="472439" y="459927"/>
              <a:ext cx="147414" cy="147414"/>
              <a:chOff x="0" y="0"/>
              <a:chExt cx="812800" cy="812800"/>
            </a:xfrm>
          </p:grpSpPr>
          <p:sp>
            <p:nvSpPr>
              <p:cNvPr id="1741" name="Google Shape;1741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43" name="Google Shape;1743;p14"/>
            <p:cNvGrpSpPr/>
            <p:nvPr/>
          </p:nvGrpSpPr>
          <p:grpSpPr>
            <a:xfrm>
              <a:off x="236126" y="223614"/>
              <a:ext cx="147414" cy="147414"/>
              <a:chOff x="0" y="0"/>
              <a:chExt cx="812800" cy="812800"/>
            </a:xfrm>
          </p:grpSpPr>
          <p:sp>
            <p:nvSpPr>
              <p:cNvPr id="1744" name="Google Shape;1744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46" name="Google Shape;1746;p14"/>
            <p:cNvGrpSpPr/>
            <p:nvPr/>
          </p:nvGrpSpPr>
          <p:grpSpPr>
            <a:xfrm>
              <a:off x="705570" y="459927"/>
              <a:ext cx="147414" cy="147414"/>
              <a:chOff x="0" y="0"/>
              <a:chExt cx="812800" cy="812800"/>
            </a:xfrm>
          </p:grpSpPr>
          <p:sp>
            <p:nvSpPr>
              <p:cNvPr id="1747" name="Google Shape;1747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49" name="Google Shape;1749;p14"/>
            <p:cNvGrpSpPr/>
            <p:nvPr/>
          </p:nvGrpSpPr>
          <p:grpSpPr>
            <a:xfrm>
              <a:off x="941883" y="459927"/>
              <a:ext cx="147414" cy="147414"/>
              <a:chOff x="0" y="0"/>
              <a:chExt cx="812800" cy="812800"/>
            </a:xfrm>
          </p:grpSpPr>
          <p:sp>
            <p:nvSpPr>
              <p:cNvPr id="1750" name="Google Shape;1750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52" name="Google Shape;1752;p14"/>
            <p:cNvGrpSpPr/>
            <p:nvPr/>
          </p:nvGrpSpPr>
          <p:grpSpPr>
            <a:xfrm>
              <a:off x="1178197" y="459927"/>
              <a:ext cx="147414" cy="147414"/>
              <a:chOff x="0" y="0"/>
              <a:chExt cx="812800" cy="812800"/>
            </a:xfrm>
          </p:grpSpPr>
          <p:sp>
            <p:nvSpPr>
              <p:cNvPr id="1753" name="Google Shape;1753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755" name="Google Shape;1755;p14"/>
            <p:cNvGrpSpPr/>
            <p:nvPr/>
          </p:nvGrpSpPr>
          <p:grpSpPr>
            <a:xfrm>
              <a:off x="0" y="0"/>
              <a:ext cx="147414" cy="147414"/>
              <a:chOff x="0" y="0"/>
              <a:chExt cx="812800" cy="812800"/>
            </a:xfrm>
          </p:grpSpPr>
          <p:sp>
            <p:nvSpPr>
              <p:cNvPr id="1756" name="Google Shape;1756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1758" name="Google Shape;1758;p14"/>
          <p:cNvGrpSpPr/>
          <p:nvPr/>
        </p:nvGrpSpPr>
        <p:grpSpPr>
          <a:xfrm rot="10800000">
            <a:off x="17626374" y="8612163"/>
            <a:ext cx="110560" cy="110560"/>
            <a:chOff x="0" y="0"/>
            <a:chExt cx="812800" cy="812800"/>
          </a:xfrm>
        </p:grpSpPr>
        <p:sp>
          <p:nvSpPr>
            <p:cNvPr id="1759" name="Google Shape;1759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761" name="Google Shape;1761;p14"/>
          <p:cNvGrpSpPr/>
          <p:nvPr/>
        </p:nvGrpSpPr>
        <p:grpSpPr>
          <a:xfrm rot="10800000">
            <a:off x="17449280" y="8612163"/>
            <a:ext cx="110560" cy="110560"/>
            <a:chOff x="0" y="0"/>
            <a:chExt cx="812800" cy="812800"/>
          </a:xfrm>
        </p:grpSpPr>
        <p:sp>
          <p:nvSpPr>
            <p:cNvPr id="1762" name="Google Shape;1762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764" name="Google Shape;1764;p14"/>
          <p:cNvGrpSpPr/>
          <p:nvPr/>
        </p:nvGrpSpPr>
        <p:grpSpPr>
          <a:xfrm rot="10800000">
            <a:off x="17449280" y="8431031"/>
            <a:ext cx="110560" cy="110560"/>
            <a:chOff x="0" y="0"/>
            <a:chExt cx="812800" cy="812800"/>
          </a:xfrm>
        </p:grpSpPr>
        <p:sp>
          <p:nvSpPr>
            <p:cNvPr id="1765" name="Google Shape;1765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767" name="Google Shape;1767;p14"/>
          <p:cNvGrpSpPr/>
          <p:nvPr/>
        </p:nvGrpSpPr>
        <p:grpSpPr>
          <a:xfrm rot="10800000">
            <a:off x="17626374" y="8431031"/>
            <a:ext cx="110560" cy="110560"/>
            <a:chOff x="0" y="0"/>
            <a:chExt cx="812800" cy="812800"/>
          </a:xfrm>
        </p:grpSpPr>
        <p:sp>
          <p:nvSpPr>
            <p:cNvPr id="1768" name="Google Shape;1768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770" name="Google Shape;1770;p14"/>
          <p:cNvGrpSpPr/>
          <p:nvPr/>
        </p:nvGrpSpPr>
        <p:grpSpPr>
          <a:xfrm rot="10800000">
            <a:off x="17626374" y="8249899"/>
            <a:ext cx="110560" cy="110560"/>
            <a:chOff x="0" y="0"/>
            <a:chExt cx="812800" cy="812800"/>
          </a:xfrm>
        </p:grpSpPr>
        <p:sp>
          <p:nvSpPr>
            <p:cNvPr id="1771" name="Google Shape;1771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773" name="Google Shape;1773;p14"/>
          <p:cNvGrpSpPr/>
          <p:nvPr/>
        </p:nvGrpSpPr>
        <p:grpSpPr>
          <a:xfrm rot="10800000">
            <a:off x="17449280" y="8249899"/>
            <a:ext cx="110560" cy="110560"/>
            <a:chOff x="0" y="0"/>
            <a:chExt cx="812800" cy="812800"/>
          </a:xfrm>
        </p:grpSpPr>
        <p:sp>
          <p:nvSpPr>
            <p:cNvPr id="1774" name="Google Shape;1774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776" name="Google Shape;1776;p14"/>
          <p:cNvGrpSpPr/>
          <p:nvPr/>
        </p:nvGrpSpPr>
        <p:grpSpPr>
          <a:xfrm rot="10800000">
            <a:off x="17449280" y="8068767"/>
            <a:ext cx="110560" cy="110560"/>
            <a:chOff x="0" y="0"/>
            <a:chExt cx="812800" cy="812800"/>
          </a:xfrm>
        </p:grpSpPr>
        <p:sp>
          <p:nvSpPr>
            <p:cNvPr id="1777" name="Google Shape;1777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779" name="Google Shape;1779;p14"/>
          <p:cNvGrpSpPr/>
          <p:nvPr/>
        </p:nvGrpSpPr>
        <p:grpSpPr>
          <a:xfrm rot="10800000">
            <a:off x="17626374" y="8068767"/>
            <a:ext cx="110560" cy="110560"/>
            <a:chOff x="0" y="0"/>
            <a:chExt cx="812800" cy="812800"/>
          </a:xfrm>
        </p:grpSpPr>
        <p:sp>
          <p:nvSpPr>
            <p:cNvPr id="1780" name="Google Shape;1780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782" name="Google Shape;1782;p14"/>
          <p:cNvGrpSpPr/>
          <p:nvPr/>
        </p:nvGrpSpPr>
        <p:grpSpPr>
          <a:xfrm rot="10800000">
            <a:off x="17626374" y="7887635"/>
            <a:ext cx="110560" cy="110560"/>
            <a:chOff x="0" y="0"/>
            <a:chExt cx="812800" cy="812800"/>
          </a:xfrm>
        </p:grpSpPr>
        <p:sp>
          <p:nvSpPr>
            <p:cNvPr id="1783" name="Google Shape;1783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785" name="Google Shape;1785;p14"/>
          <p:cNvGrpSpPr/>
          <p:nvPr/>
        </p:nvGrpSpPr>
        <p:grpSpPr>
          <a:xfrm rot="10800000">
            <a:off x="17449280" y="7887635"/>
            <a:ext cx="110560" cy="110560"/>
            <a:chOff x="0" y="0"/>
            <a:chExt cx="812800" cy="812800"/>
          </a:xfrm>
        </p:grpSpPr>
        <p:sp>
          <p:nvSpPr>
            <p:cNvPr id="1786" name="Google Shape;1786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788" name="Google Shape;1788;p14"/>
          <p:cNvGrpSpPr/>
          <p:nvPr/>
        </p:nvGrpSpPr>
        <p:grpSpPr>
          <a:xfrm rot="10800000">
            <a:off x="17449280" y="7706502"/>
            <a:ext cx="110560" cy="110560"/>
            <a:chOff x="0" y="0"/>
            <a:chExt cx="812800" cy="812800"/>
          </a:xfrm>
        </p:grpSpPr>
        <p:sp>
          <p:nvSpPr>
            <p:cNvPr id="1789" name="Google Shape;1789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791" name="Google Shape;1791;p14"/>
          <p:cNvGrpSpPr/>
          <p:nvPr/>
        </p:nvGrpSpPr>
        <p:grpSpPr>
          <a:xfrm rot="10800000">
            <a:off x="17626374" y="7706502"/>
            <a:ext cx="110560" cy="110560"/>
            <a:chOff x="0" y="0"/>
            <a:chExt cx="812800" cy="812800"/>
          </a:xfrm>
        </p:grpSpPr>
        <p:sp>
          <p:nvSpPr>
            <p:cNvPr id="1792" name="Google Shape;1792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794" name="Google Shape;1794;p14"/>
          <p:cNvGrpSpPr/>
          <p:nvPr/>
        </p:nvGrpSpPr>
        <p:grpSpPr>
          <a:xfrm rot="10800000">
            <a:off x="17626374" y="7525370"/>
            <a:ext cx="110560" cy="110560"/>
            <a:chOff x="0" y="0"/>
            <a:chExt cx="812800" cy="812800"/>
          </a:xfrm>
        </p:grpSpPr>
        <p:sp>
          <p:nvSpPr>
            <p:cNvPr id="1795" name="Google Shape;1795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797" name="Google Shape;1797;p14"/>
          <p:cNvGrpSpPr/>
          <p:nvPr/>
        </p:nvGrpSpPr>
        <p:grpSpPr>
          <a:xfrm rot="10800000">
            <a:off x="17449280" y="7525370"/>
            <a:ext cx="110560" cy="110560"/>
            <a:chOff x="0" y="0"/>
            <a:chExt cx="812800" cy="812800"/>
          </a:xfrm>
        </p:grpSpPr>
        <p:sp>
          <p:nvSpPr>
            <p:cNvPr id="1798" name="Google Shape;1798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00" name="Google Shape;1800;p14"/>
          <p:cNvGrpSpPr/>
          <p:nvPr/>
        </p:nvGrpSpPr>
        <p:grpSpPr>
          <a:xfrm rot="10800000">
            <a:off x="17449280" y="7344238"/>
            <a:ext cx="110560" cy="110560"/>
            <a:chOff x="0" y="0"/>
            <a:chExt cx="812800" cy="812800"/>
          </a:xfrm>
        </p:grpSpPr>
        <p:sp>
          <p:nvSpPr>
            <p:cNvPr id="1801" name="Google Shape;1801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03" name="Google Shape;1803;p14"/>
          <p:cNvGrpSpPr/>
          <p:nvPr/>
        </p:nvGrpSpPr>
        <p:grpSpPr>
          <a:xfrm rot="10800000">
            <a:off x="17626374" y="7344238"/>
            <a:ext cx="110560" cy="110560"/>
            <a:chOff x="0" y="0"/>
            <a:chExt cx="812800" cy="812800"/>
          </a:xfrm>
        </p:grpSpPr>
        <p:sp>
          <p:nvSpPr>
            <p:cNvPr id="1804" name="Google Shape;1804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06" name="Google Shape;1806;p14"/>
          <p:cNvGrpSpPr/>
          <p:nvPr/>
        </p:nvGrpSpPr>
        <p:grpSpPr>
          <a:xfrm rot="10800000">
            <a:off x="17626374" y="7163106"/>
            <a:ext cx="110560" cy="110560"/>
            <a:chOff x="0" y="0"/>
            <a:chExt cx="812800" cy="812800"/>
          </a:xfrm>
        </p:grpSpPr>
        <p:sp>
          <p:nvSpPr>
            <p:cNvPr id="1807" name="Google Shape;1807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09" name="Google Shape;1809;p14"/>
          <p:cNvGrpSpPr/>
          <p:nvPr/>
        </p:nvGrpSpPr>
        <p:grpSpPr>
          <a:xfrm rot="10800000">
            <a:off x="17449280" y="7163106"/>
            <a:ext cx="110560" cy="110560"/>
            <a:chOff x="0" y="0"/>
            <a:chExt cx="812800" cy="812800"/>
          </a:xfrm>
        </p:grpSpPr>
        <p:sp>
          <p:nvSpPr>
            <p:cNvPr id="1810" name="Google Shape;1810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12" name="Google Shape;1812;p14"/>
          <p:cNvGrpSpPr/>
          <p:nvPr/>
        </p:nvGrpSpPr>
        <p:grpSpPr>
          <a:xfrm rot="10800000">
            <a:off x="17449280" y="6981974"/>
            <a:ext cx="110560" cy="110560"/>
            <a:chOff x="0" y="0"/>
            <a:chExt cx="812800" cy="812800"/>
          </a:xfrm>
        </p:grpSpPr>
        <p:sp>
          <p:nvSpPr>
            <p:cNvPr id="1813" name="Google Shape;1813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15" name="Google Shape;1815;p14"/>
          <p:cNvGrpSpPr/>
          <p:nvPr/>
        </p:nvGrpSpPr>
        <p:grpSpPr>
          <a:xfrm rot="10800000">
            <a:off x="17626374" y="6981974"/>
            <a:ext cx="110560" cy="110560"/>
            <a:chOff x="0" y="0"/>
            <a:chExt cx="812800" cy="812800"/>
          </a:xfrm>
        </p:grpSpPr>
        <p:sp>
          <p:nvSpPr>
            <p:cNvPr id="1816" name="Google Shape;1816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18" name="Google Shape;1818;p14"/>
          <p:cNvGrpSpPr/>
          <p:nvPr/>
        </p:nvGrpSpPr>
        <p:grpSpPr>
          <a:xfrm rot="10800000">
            <a:off x="17626374" y="6800841"/>
            <a:ext cx="110560" cy="110560"/>
            <a:chOff x="0" y="0"/>
            <a:chExt cx="812800" cy="812800"/>
          </a:xfrm>
        </p:grpSpPr>
        <p:sp>
          <p:nvSpPr>
            <p:cNvPr id="1819" name="Google Shape;1819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21" name="Google Shape;1821;p14"/>
          <p:cNvGrpSpPr/>
          <p:nvPr/>
        </p:nvGrpSpPr>
        <p:grpSpPr>
          <a:xfrm rot="10800000">
            <a:off x="17449280" y="6800841"/>
            <a:ext cx="110560" cy="110560"/>
            <a:chOff x="0" y="0"/>
            <a:chExt cx="812800" cy="812800"/>
          </a:xfrm>
        </p:grpSpPr>
        <p:sp>
          <p:nvSpPr>
            <p:cNvPr id="1822" name="Google Shape;1822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24" name="Google Shape;1824;p14"/>
          <p:cNvGrpSpPr/>
          <p:nvPr/>
        </p:nvGrpSpPr>
        <p:grpSpPr>
          <a:xfrm rot="10800000">
            <a:off x="17449280" y="6619709"/>
            <a:ext cx="110560" cy="110560"/>
            <a:chOff x="0" y="0"/>
            <a:chExt cx="812800" cy="812800"/>
          </a:xfrm>
        </p:grpSpPr>
        <p:sp>
          <p:nvSpPr>
            <p:cNvPr id="1825" name="Google Shape;1825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27" name="Google Shape;1827;p14"/>
          <p:cNvGrpSpPr/>
          <p:nvPr/>
        </p:nvGrpSpPr>
        <p:grpSpPr>
          <a:xfrm rot="10800000">
            <a:off x="17626374" y="6619709"/>
            <a:ext cx="110560" cy="110560"/>
            <a:chOff x="0" y="0"/>
            <a:chExt cx="812800" cy="812800"/>
          </a:xfrm>
        </p:grpSpPr>
        <p:sp>
          <p:nvSpPr>
            <p:cNvPr id="1828" name="Google Shape;1828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30" name="Google Shape;1830;p14"/>
          <p:cNvGrpSpPr/>
          <p:nvPr/>
        </p:nvGrpSpPr>
        <p:grpSpPr>
          <a:xfrm rot="10800000">
            <a:off x="17626374" y="6438577"/>
            <a:ext cx="110560" cy="110560"/>
            <a:chOff x="0" y="0"/>
            <a:chExt cx="812800" cy="812800"/>
          </a:xfrm>
        </p:grpSpPr>
        <p:sp>
          <p:nvSpPr>
            <p:cNvPr id="1831" name="Google Shape;1831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33" name="Google Shape;1833;p14"/>
          <p:cNvGrpSpPr/>
          <p:nvPr/>
        </p:nvGrpSpPr>
        <p:grpSpPr>
          <a:xfrm rot="10800000">
            <a:off x="17449280" y="6438577"/>
            <a:ext cx="110560" cy="110560"/>
            <a:chOff x="0" y="0"/>
            <a:chExt cx="812800" cy="812800"/>
          </a:xfrm>
        </p:grpSpPr>
        <p:sp>
          <p:nvSpPr>
            <p:cNvPr id="1834" name="Google Shape;1834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36" name="Google Shape;1836;p14"/>
          <p:cNvGrpSpPr/>
          <p:nvPr/>
        </p:nvGrpSpPr>
        <p:grpSpPr>
          <a:xfrm rot="10800000">
            <a:off x="17449280" y="6257445"/>
            <a:ext cx="110560" cy="110560"/>
            <a:chOff x="0" y="0"/>
            <a:chExt cx="812800" cy="812800"/>
          </a:xfrm>
        </p:grpSpPr>
        <p:sp>
          <p:nvSpPr>
            <p:cNvPr id="1837" name="Google Shape;1837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39" name="Google Shape;1839;p14"/>
          <p:cNvGrpSpPr/>
          <p:nvPr/>
        </p:nvGrpSpPr>
        <p:grpSpPr>
          <a:xfrm rot="10800000">
            <a:off x="17626374" y="6257445"/>
            <a:ext cx="110560" cy="110560"/>
            <a:chOff x="0" y="0"/>
            <a:chExt cx="812800" cy="812800"/>
          </a:xfrm>
        </p:grpSpPr>
        <p:sp>
          <p:nvSpPr>
            <p:cNvPr id="1840" name="Google Shape;1840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42" name="Google Shape;1842;p14"/>
          <p:cNvGrpSpPr/>
          <p:nvPr/>
        </p:nvGrpSpPr>
        <p:grpSpPr>
          <a:xfrm rot="10800000">
            <a:off x="17626374" y="6076312"/>
            <a:ext cx="110560" cy="110560"/>
            <a:chOff x="0" y="0"/>
            <a:chExt cx="812800" cy="812800"/>
          </a:xfrm>
        </p:grpSpPr>
        <p:sp>
          <p:nvSpPr>
            <p:cNvPr id="1843" name="Google Shape;1843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45" name="Google Shape;1845;p14"/>
          <p:cNvGrpSpPr/>
          <p:nvPr/>
        </p:nvGrpSpPr>
        <p:grpSpPr>
          <a:xfrm rot="10800000">
            <a:off x="17449280" y="6076312"/>
            <a:ext cx="110560" cy="110560"/>
            <a:chOff x="0" y="0"/>
            <a:chExt cx="812800" cy="812800"/>
          </a:xfrm>
        </p:grpSpPr>
        <p:sp>
          <p:nvSpPr>
            <p:cNvPr id="1846" name="Google Shape;1846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48" name="Google Shape;1848;p14"/>
          <p:cNvGrpSpPr/>
          <p:nvPr/>
        </p:nvGrpSpPr>
        <p:grpSpPr>
          <a:xfrm rot="10800000">
            <a:off x="17449280" y="5895180"/>
            <a:ext cx="110560" cy="110560"/>
            <a:chOff x="0" y="0"/>
            <a:chExt cx="812800" cy="812800"/>
          </a:xfrm>
        </p:grpSpPr>
        <p:sp>
          <p:nvSpPr>
            <p:cNvPr id="1849" name="Google Shape;1849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51" name="Google Shape;1851;p14"/>
          <p:cNvGrpSpPr/>
          <p:nvPr/>
        </p:nvGrpSpPr>
        <p:grpSpPr>
          <a:xfrm rot="10800000">
            <a:off x="17626374" y="5895180"/>
            <a:ext cx="110560" cy="110560"/>
            <a:chOff x="0" y="0"/>
            <a:chExt cx="812800" cy="812800"/>
          </a:xfrm>
        </p:grpSpPr>
        <p:sp>
          <p:nvSpPr>
            <p:cNvPr id="1852" name="Google Shape;1852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54" name="Google Shape;1854;p14"/>
          <p:cNvGrpSpPr/>
          <p:nvPr/>
        </p:nvGrpSpPr>
        <p:grpSpPr>
          <a:xfrm rot="10800000">
            <a:off x="17626374" y="5714048"/>
            <a:ext cx="110560" cy="110560"/>
            <a:chOff x="0" y="0"/>
            <a:chExt cx="812800" cy="812800"/>
          </a:xfrm>
        </p:grpSpPr>
        <p:sp>
          <p:nvSpPr>
            <p:cNvPr id="1855" name="Google Shape;1855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57" name="Google Shape;1857;p14"/>
          <p:cNvGrpSpPr/>
          <p:nvPr/>
        </p:nvGrpSpPr>
        <p:grpSpPr>
          <a:xfrm rot="10800000">
            <a:off x="17449280" y="5714048"/>
            <a:ext cx="110560" cy="110560"/>
            <a:chOff x="0" y="0"/>
            <a:chExt cx="812800" cy="812800"/>
          </a:xfrm>
        </p:grpSpPr>
        <p:sp>
          <p:nvSpPr>
            <p:cNvPr id="1858" name="Google Shape;1858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60" name="Google Shape;1860;p14"/>
          <p:cNvGrpSpPr/>
          <p:nvPr/>
        </p:nvGrpSpPr>
        <p:grpSpPr>
          <a:xfrm rot="10800000">
            <a:off x="17803468" y="8612163"/>
            <a:ext cx="110560" cy="110560"/>
            <a:chOff x="0" y="0"/>
            <a:chExt cx="812800" cy="812800"/>
          </a:xfrm>
        </p:grpSpPr>
        <p:sp>
          <p:nvSpPr>
            <p:cNvPr id="1861" name="Google Shape;1861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63" name="Google Shape;1863;p14"/>
          <p:cNvGrpSpPr/>
          <p:nvPr/>
        </p:nvGrpSpPr>
        <p:grpSpPr>
          <a:xfrm rot="10800000">
            <a:off x="17803468" y="8431031"/>
            <a:ext cx="110560" cy="110560"/>
            <a:chOff x="0" y="0"/>
            <a:chExt cx="812800" cy="812800"/>
          </a:xfrm>
        </p:grpSpPr>
        <p:sp>
          <p:nvSpPr>
            <p:cNvPr id="1864" name="Google Shape;1864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66" name="Google Shape;1866;p14"/>
          <p:cNvGrpSpPr/>
          <p:nvPr/>
        </p:nvGrpSpPr>
        <p:grpSpPr>
          <a:xfrm rot="10800000">
            <a:off x="17803468" y="8249899"/>
            <a:ext cx="110560" cy="110560"/>
            <a:chOff x="0" y="0"/>
            <a:chExt cx="812800" cy="812800"/>
          </a:xfrm>
        </p:grpSpPr>
        <p:sp>
          <p:nvSpPr>
            <p:cNvPr id="1867" name="Google Shape;1867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69" name="Google Shape;1869;p14"/>
          <p:cNvGrpSpPr/>
          <p:nvPr/>
        </p:nvGrpSpPr>
        <p:grpSpPr>
          <a:xfrm rot="10800000">
            <a:off x="17803468" y="8068767"/>
            <a:ext cx="110560" cy="110560"/>
            <a:chOff x="0" y="0"/>
            <a:chExt cx="812800" cy="812800"/>
          </a:xfrm>
        </p:grpSpPr>
        <p:sp>
          <p:nvSpPr>
            <p:cNvPr id="1870" name="Google Shape;1870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72" name="Google Shape;1872;p14"/>
          <p:cNvGrpSpPr/>
          <p:nvPr/>
        </p:nvGrpSpPr>
        <p:grpSpPr>
          <a:xfrm rot="10800000">
            <a:off x="17803468" y="7887635"/>
            <a:ext cx="110560" cy="110560"/>
            <a:chOff x="0" y="0"/>
            <a:chExt cx="812800" cy="812800"/>
          </a:xfrm>
        </p:grpSpPr>
        <p:sp>
          <p:nvSpPr>
            <p:cNvPr id="1873" name="Google Shape;1873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75" name="Google Shape;1875;p14"/>
          <p:cNvGrpSpPr/>
          <p:nvPr/>
        </p:nvGrpSpPr>
        <p:grpSpPr>
          <a:xfrm rot="10800000">
            <a:off x="17803468" y="7706502"/>
            <a:ext cx="110560" cy="110560"/>
            <a:chOff x="0" y="0"/>
            <a:chExt cx="812800" cy="812800"/>
          </a:xfrm>
        </p:grpSpPr>
        <p:sp>
          <p:nvSpPr>
            <p:cNvPr id="1876" name="Google Shape;1876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78" name="Google Shape;1878;p14"/>
          <p:cNvGrpSpPr/>
          <p:nvPr/>
        </p:nvGrpSpPr>
        <p:grpSpPr>
          <a:xfrm rot="10800000">
            <a:off x="17803468" y="7525370"/>
            <a:ext cx="110560" cy="110560"/>
            <a:chOff x="0" y="0"/>
            <a:chExt cx="812800" cy="812800"/>
          </a:xfrm>
        </p:grpSpPr>
        <p:sp>
          <p:nvSpPr>
            <p:cNvPr id="1879" name="Google Shape;1879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81" name="Google Shape;1881;p14"/>
          <p:cNvGrpSpPr/>
          <p:nvPr/>
        </p:nvGrpSpPr>
        <p:grpSpPr>
          <a:xfrm rot="10800000">
            <a:off x="17803468" y="7344238"/>
            <a:ext cx="110560" cy="110560"/>
            <a:chOff x="0" y="0"/>
            <a:chExt cx="812800" cy="812800"/>
          </a:xfrm>
        </p:grpSpPr>
        <p:sp>
          <p:nvSpPr>
            <p:cNvPr id="1882" name="Google Shape;1882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84" name="Google Shape;1884;p14"/>
          <p:cNvGrpSpPr/>
          <p:nvPr/>
        </p:nvGrpSpPr>
        <p:grpSpPr>
          <a:xfrm rot="10800000">
            <a:off x="17803468" y="7163106"/>
            <a:ext cx="110560" cy="110560"/>
            <a:chOff x="0" y="0"/>
            <a:chExt cx="812800" cy="812800"/>
          </a:xfrm>
        </p:grpSpPr>
        <p:sp>
          <p:nvSpPr>
            <p:cNvPr id="1885" name="Google Shape;1885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87" name="Google Shape;1887;p14"/>
          <p:cNvGrpSpPr/>
          <p:nvPr/>
        </p:nvGrpSpPr>
        <p:grpSpPr>
          <a:xfrm rot="10800000">
            <a:off x="17803468" y="6981974"/>
            <a:ext cx="110560" cy="110560"/>
            <a:chOff x="0" y="0"/>
            <a:chExt cx="812800" cy="812800"/>
          </a:xfrm>
        </p:grpSpPr>
        <p:sp>
          <p:nvSpPr>
            <p:cNvPr id="1888" name="Google Shape;1888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90" name="Google Shape;1890;p14"/>
          <p:cNvGrpSpPr/>
          <p:nvPr/>
        </p:nvGrpSpPr>
        <p:grpSpPr>
          <a:xfrm rot="10800000">
            <a:off x="17803468" y="6800841"/>
            <a:ext cx="110560" cy="110560"/>
            <a:chOff x="0" y="0"/>
            <a:chExt cx="812800" cy="812800"/>
          </a:xfrm>
        </p:grpSpPr>
        <p:sp>
          <p:nvSpPr>
            <p:cNvPr id="1891" name="Google Shape;1891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93" name="Google Shape;1893;p14"/>
          <p:cNvGrpSpPr/>
          <p:nvPr/>
        </p:nvGrpSpPr>
        <p:grpSpPr>
          <a:xfrm rot="10800000">
            <a:off x="17803468" y="6619709"/>
            <a:ext cx="110560" cy="110560"/>
            <a:chOff x="0" y="0"/>
            <a:chExt cx="812800" cy="812800"/>
          </a:xfrm>
        </p:grpSpPr>
        <p:sp>
          <p:nvSpPr>
            <p:cNvPr id="1894" name="Google Shape;1894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96" name="Google Shape;1896;p14"/>
          <p:cNvGrpSpPr/>
          <p:nvPr/>
        </p:nvGrpSpPr>
        <p:grpSpPr>
          <a:xfrm rot="10800000">
            <a:off x="17803468" y="6438577"/>
            <a:ext cx="110560" cy="110560"/>
            <a:chOff x="0" y="0"/>
            <a:chExt cx="812800" cy="812800"/>
          </a:xfrm>
        </p:grpSpPr>
        <p:sp>
          <p:nvSpPr>
            <p:cNvPr id="1897" name="Google Shape;1897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99" name="Google Shape;1899;p14"/>
          <p:cNvGrpSpPr/>
          <p:nvPr/>
        </p:nvGrpSpPr>
        <p:grpSpPr>
          <a:xfrm rot="10800000">
            <a:off x="17803468" y="6257445"/>
            <a:ext cx="110560" cy="110560"/>
            <a:chOff x="0" y="0"/>
            <a:chExt cx="812800" cy="812800"/>
          </a:xfrm>
        </p:grpSpPr>
        <p:sp>
          <p:nvSpPr>
            <p:cNvPr id="1900" name="Google Shape;1900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02" name="Google Shape;1902;p14"/>
          <p:cNvGrpSpPr/>
          <p:nvPr/>
        </p:nvGrpSpPr>
        <p:grpSpPr>
          <a:xfrm rot="10800000">
            <a:off x="17803468" y="6076312"/>
            <a:ext cx="110560" cy="110560"/>
            <a:chOff x="0" y="0"/>
            <a:chExt cx="812800" cy="812800"/>
          </a:xfrm>
        </p:grpSpPr>
        <p:sp>
          <p:nvSpPr>
            <p:cNvPr id="1903" name="Google Shape;1903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05" name="Google Shape;1905;p14"/>
          <p:cNvGrpSpPr/>
          <p:nvPr/>
        </p:nvGrpSpPr>
        <p:grpSpPr>
          <a:xfrm rot="10800000">
            <a:off x="17803468" y="5895180"/>
            <a:ext cx="110560" cy="110560"/>
            <a:chOff x="0" y="0"/>
            <a:chExt cx="812800" cy="812800"/>
          </a:xfrm>
        </p:grpSpPr>
        <p:sp>
          <p:nvSpPr>
            <p:cNvPr id="1906" name="Google Shape;1906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08" name="Google Shape;1908;p14"/>
          <p:cNvGrpSpPr/>
          <p:nvPr/>
        </p:nvGrpSpPr>
        <p:grpSpPr>
          <a:xfrm rot="10800000">
            <a:off x="17803468" y="5714048"/>
            <a:ext cx="110560" cy="110560"/>
            <a:chOff x="0" y="0"/>
            <a:chExt cx="812800" cy="812800"/>
          </a:xfrm>
        </p:grpSpPr>
        <p:sp>
          <p:nvSpPr>
            <p:cNvPr id="1909" name="Google Shape;1909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11" name="Google Shape;1911;p14"/>
          <p:cNvGrpSpPr/>
          <p:nvPr/>
        </p:nvGrpSpPr>
        <p:grpSpPr>
          <a:xfrm rot="10800000">
            <a:off x="17980563" y="8612163"/>
            <a:ext cx="110560" cy="110560"/>
            <a:chOff x="0" y="0"/>
            <a:chExt cx="812800" cy="812800"/>
          </a:xfrm>
        </p:grpSpPr>
        <p:sp>
          <p:nvSpPr>
            <p:cNvPr id="1912" name="Google Shape;1912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14" name="Google Shape;1914;p14"/>
          <p:cNvGrpSpPr/>
          <p:nvPr/>
        </p:nvGrpSpPr>
        <p:grpSpPr>
          <a:xfrm rot="10800000">
            <a:off x="17980563" y="8431031"/>
            <a:ext cx="110560" cy="110560"/>
            <a:chOff x="0" y="0"/>
            <a:chExt cx="812800" cy="812800"/>
          </a:xfrm>
        </p:grpSpPr>
        <p:sp>
          <p:nvSpPr>
            <p:cNvPr id="1915" name="Google Shape;1915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17" name="Google Shape;1917;p14"/>
          <p:cNvGrpSpPr/>
          <p:nvPr/>
        </p:nvGrpSpPr>
        <p:grpSpPr>
          <a:xfrm rot="10800000">
            <a:off x="17980563" y="8249899"/>
            <a:ext cx="110560" cy="110560"/>
            <a:chOff x="0" y="0"/>
            <a:chExt cx="812800" cy="812800"/>
          </a:xfrm>
        </p:grpSpPr>
        <p:sp>
          <p:nvSpPr>
            <p:cNvPr id="1918" name="Google Shape;1918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20" name="Google Shape;1920;p14"/>
          <p:cNvGrpSpPr/>
          <p:nvPr/>
        </p:nvGrpSpPr>
        <p:grpSpPr>
          <a:xfrm rot="10800000">
            <a:off x="17980563" y="8068767"/>
            <a:ext cx="110560" cy="110560"/>
            <a:chOff x="0" y="0"/>
            <a:chExt cx="812800" cy="812800"/>
          </a:xfrm>
        </p:grpSpPr>
        <p:sp>
          <p:nvSpPr>
            <p:cNvPr id="1921" name="Google Shape;1921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23" name="Google Shape;1923;p14"/>
          <p:cNvGrpSpPr/>
          <p:nvPr/>
        </p:nvGrpSpPr>
        <p:grpSpPr>
          <a:xfrm rot="10800000">
            <a:off x="17980563" y="7887635"/>
            <a:ext cx="110560" cy="110560"/>
            <a:chOff x="0" y="0"/>
            <a:chExt cx="812800" cy="812800"/>
          </a:xfrm>
        </p:grpSpPr>
        <p:sp>
          <p:nvSpPr>
            <p:cNvPr id="1924" name="Google Shape;1924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26" name="Google Shape;1926;p14"/>
          <p:cNvGrpSpPr/>
          <p:nvPr/>
        </p:nvGrpSpPr>
        <p:grpSpPr>
          <a:xfrm rot="10800000">
            <a:off x="17980563" y="7706502"/>
            <a:ext cx="110560" cy="110560"/>
            <a:chOff x="0" y="0"/>
            <a:chExt cx="812800" cy="812800"/>
          </a:xfrm>
        </p:grpSpPr>
        <p:sp>
          <p:nvSpPr>
            <p:cNvPr id="1927" name="Google Shape;1927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29" name="Google Shape;1929;p14"/>
          <p:cNvGrpSpPr/>
          <p:nvPr/>
        </p:nvGrpSpPr>
        <p:grpSpPr>
          <a:xfrm rot="10800000">
            <a:off x="17980563" y="7525370"/>
            <a:ext cx="110560" cy="110560"/>
            <a:chOff x="0" y="0"/>
            <a:chExt cx="812800" cy="812800"/>
          </a:xfrm>
        </p:grpSpPr>
        <p:sp>
          <p:nvSpPr>
            <p:cNvPr id="1930" name="Google Shape;1930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32" name="Google Shape;1932;p14"/>
          <p:cNvGrpSpPr/>
          <p:nvPr/>
        </p:nvGrpSpPr>
        <p:grpSpPr>
          <a:xfrm rot="10800000">
            <a:off x="17980563" y="7344238"/>
            <a:ext cx="110560" cy="110560"/>
            <a:chOff x="0" y="0"/>
            <a:chExt cx="812800" cy="812800"/>
          </a:xfrm>
        </p:grpSpPr>
        <p:sp>
          <p:nvSpPr>
            <p:cNvPr id="1933" name="Google Shape;1933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35" name="Google Shape;1935;p14"/>
          <p:cNvGrpSpPr/>
          <p:nvPr/>
        </p:nvGrpSpPr>
        <p:grpSpPr>
          <a:xfrm rot="10800000">
            <a:off x="17980563" y="7163106"/>
            <a:ext cx="110560" cy="110560"/>
            <a:chOff x="0" y="0"/>
            <a:chExt cx="812800" cy="812800"/>
          </a:xfrm>
        </p:grpSpPr>
        <p:sp>
          <p:nvSpPr>
            <p:cNvPr id="1936" name="Google Shape;1936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38" name="Google Shape;1938;p14"/>
          <p:cNvGrpSpPr/>
          <p:nvPr/>
        </p:nvGrpSpPr>
        <p:grpSpPr>
          <a:xfrm rot="10800000">
            <a:off x="17980563" y="6981974"/>
            <a:ext cx="110560" cy="110560"/>
            <a:chOff x="0" y="0"/>
            <a:chExt cx="812800" cy="812800"/>
          </a:xfrm>
        </p:grpSpPr>
        <p:sp>
          <p:nvSpPr>
            <p:cNvPr id="1939" name="Google Shape;1939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41" name="Google Shape;1941;p14"/>
          <p:cNvGrpSpPr/>
          <p:nvPr/>
        </p:nvGrpSpPr>
        <p:grpSpPr>
          <a:xfrm rot="10800000">
            <a:off x="17980563" y="6800841"/>
            <a:ext cx="110560" cy="110560"/>
            <a:chOff x="0" y="0"/>
            <a:chExt cx="812800" cy="812800"/>
          </a:xfrm>
        </p:grpSpPr>
        <p:sp>
          <p:nvSpPr>
            <p:cNvPr id="1942" name="Google Shape;1942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44" name="Google Shape;1944;p14"/>
          <p:cNvGrpSpPr/>
          <p:nvPr/>
        </p:nvGrpSpPr>
        <p:grpSpPr>
          <a:xfrm rot="10800000">
            <a:off x="17980563" y="6619709"/>
            <a:ext cx="110560" cy="110560"/>
            <a:chOff x="0" y="0"/>
            <a:chExt cx="812800" cy="812800"/>
          </a:xfrm>
        </p:grpSpPr>
        <p:sp>
          <p:nvSpPr>
            <p:cNvPr id="1945" name="Google Shape;1945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47" name="Google Shape;1947;p14"/>
          <p:cNvGrpSpPr/>
          <p:nvPr/>
        </p:nvGrpSpPr>
        <p:grpSpPr>
          <a:xfrm rot="10800000">
            <a:off x="17980563" y="6438577"/>
            <a:ext cx="110560" cy="110560"/>
            <a:chOff x="0" y="0"/>
            <a:chExt cx="812800" cy="812800"/>
          </a:xfrm>
        </p:grpSpPr>
        <p:sp>
          <p:nvSpPr>
            <p:cNvPr id="1948" name="Google Shape;1948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50" name="Google Shape;1950;p14"/>
          <p:cNvGrpSpPr/>
          <p:nvPr/>
        </p:nvGrpSpPr>
        <p:grpSpPr>
          <a:xfrm rot="10800000">
            <a:off x="17980563" y="6257445"/>
            <a:ext cx="110560" cy="110560"/>
            <a:chOff x="0" y="0"/>
            <a:chExt cx="812800" cy="812800"/>
          </a:xfrm>
        </p:grpSpPr>
        <p:sp>
          <p:nvSpPr>
            <p:cNvPr id="1951" name="Google Shape;1951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53" name="Google Shape;1953;p14"/>
          <p:cNvGrpSpPr/>
          <p:nvPr/>
        </p:nvGrpSpPr>
        <p:grpSpPr>
          <a:xfrm rot="10800000">
            <a:off x="17980563" y="6076312"/>
            <a:ext cx="110560" cy="110560"/>
            <a:chOff x="0" y="0"/>
            <a:chExt cx="812800" cy="812800"/>
          </a:xfrm>
        </p:grpSpPr>
        <p:sp>
          <p:nvSpPr>
            <p:cNvPr id="1954" name="Google Shape;1954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56" name="Google Shape;1956;p14"/>
          <p:cNvGrpSpPr/>
          <p:nvPr/>
        </p:nvGrpSpPr>
        <p:grpSpPr>
          <a:xfrm rot="10800000">
            <a:off x="17980563" y="5895180"/>
            <a:ext cx="110560" cy="110560"/>
            <a:chOff x="0" y="0"/>
            <a:chExt cx="812800" cy="812800"/>
          </a:xfrm>
        </p:grpSpPr>
        <p:sp>
          <p:nvSpPr>
            <p:cNvPr id="1957" name="Google Shape;1957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59" name="Google Shape;1959;p14"/>
          <p:cNvGrpSpPr/>
          <p:nvPr/>
        </p:nvGrpSpPr>
        <p:grpSpPr>
          <a:xfrm rot="10800000">
            <a:off x="17980563" y="5714048"/>
            <a:ext cx="110560" cy="110560"/>
            <a:chOff x="0" y="0"/>
            <a:chExt cx="812800" cy="812800"/>
          </a:xfrm>
        </p:grpSpPr>
        <p:sp>
          <p:nvSpPr>
            <p:cNvPr id="1960" name="Google Shape;1960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62" name="Google Shape;1962;p14"/>
          <p:cNvGrpSpPr/>
          <p:nvPr/>
        </p:nvGrpSpPr>
        <p:grpSpPr>
          <a:xfrm rot="10800000">
            <a:off x="18157657" y="8431031"/>
            <a:ext cx="110560" cy="110560"/>
            <a:chOff x="0" y="0"/>
            <a:chExt cx="812800" cy="812800"/>
          </a:xfrm>
        </p:grpSpPr>
        <p:sp>
          <p:nvSpPr>
            <p:cNvPr id="1963" name="Google Shape;1963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65" name="Google Shape;1965;p14"/>
          <p:cNvGrpSpPr/>
          <p:nvPr/>
        </p:nvGrpSpPr>
        <p:grpSpPr>
          <a:xfrm rot="10800000">
            <a:off x="18157657" y="8249899"/>
            <a:ext cx="110560" cy="110560"/>
            <a:chOff x="0" y="0"/>
            <a:chExt cx="812800" cy="812800"/>
          </a:xfrm>
        </p:grpSpPr>
        <p:sp>
          <p:nvSpPr>
            <p:cNvPr id="1966" name="Google Shape;1966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68" name="Google Shape;1968;p14"/>
          <p:cNvGrpSpPr/>
          <p:nvPr/>
        </p:nvGrpSpPr>
        <p:grpSpPr>
          <a:xfrm rot="10800000">
            <a:off x="18157657" y="8068767"/>
            <a:ext cx="110560" cy="110560"/>
            <a:chOff x="0" y="0"/>
            <a:chExt cx="812800" cy="812800"/>
          </a:xfrm>
        </p:grpSpPr>
        <p:sp>
          <p:nvSpPr>
            <p:cNvPr id="1969" name="Google Shape;1969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71" name="Google Shape;1971;p14"/>
          <p:cNvGrpSpPr/>
          <p:nvPr/>
        </p:nvGrpSpPr>
        <p:grpSpPr>
          <a:xfrm rot="10800000">
            <a:off x="18157657" y="7887635"/>
            <a:ext cx="110560" cy="110560"/>
            <a:chOff x="0" y="0"/>
            <a:chExt cx="812800" cy="812800"/>
          </a:xfrm>
        </p:grpSpPr>
        <p:sp>
          <p:nvSpPr>
            <p:cNvPr id="1972" name="Google Shape;1972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74" name="Google Shape;1974;p14"/>
          <p:cNvGrpSpPr/>
          <p:nvPr/>
        </p:nvGrpSpPr>
        <p:grpSpPr>
          <a:xfrm rot="10800000">
            <a:off x="18157657" y="7706502"/>
            <a:ext cx="110560" cy="110560"/>
            <a:chOff x="0" y="0"/>
            <a:chExt cx="812800" cy="812800"/>
          </a:xfrm>
        </p:grpSpPr>
        <p:sp>
          <p:nvSpPr>
            <p:cNvPr id="1975" name="Google Shape;1975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77" name="Google Shape;1977;p14"/>
          <p:cNvGrpSpPr/>
          <p:nvPr/>
        </p:nvGrpSpPr>
        <p:grpSpPr>
          <a:xfrm rot="10800000">
            <a:off x="18157657" y="7525370"/>
            <a:ext cx="110560" cy="110560"/>
            <a:chOff x="0" y="0"/>
            <a:chExt cx="812800" cy="812800"/>
          </a:xfrm>
        </p:grpSpPr>
        <p:sp>
          <p:nvSpPr>
            <p:cNvPr id="1978" name="Google Shape;1978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80" name="Google Shape;1980;p14"/>
          <p:cNvGrpSpPr/>
          <p:nvPr/>
        </p:nvGrpSpPr>
        <p:grpSpPr>
          <a:xfrm rot="10800000">
            <a:off x="18157657" y="7344238"/>
            <a:ext cx="110560" cy="110560"/>
            <a:chOff x="0" y="0"/>
            <a:chExt cx="812800" cy="812800"/>
          </a:xfrm>
        </p:grpSpPr>
        <p:sp>
          <p:nvSpPr>
            <p:cNvPr id="1981" name="Google Shape;1981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83" name="Google Shape;1983;p14"/>
          <p:cNvGrpSpPr/>
          <p:nvPr/>
        </p:nvGrpSpPr>
        <p:grpSpPr>
          <a:xfrm rot="10800000">
            <a:off x="18157657" y="7163106"/>
            <a:ext cx="110560" cy="110560"/>
            <a:chOff x="0" y="0"/>
            <a:chExt cx="812800" cy="812800"/>
          </a:xfrm>
        </p:grpSpPr>
        <p:sp>
          <p:nvSpPr>
            <p:cNvPr id="1984" name="Google Shape;1984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86" name="Google Shape;1986;p14"/>
          <p:cNvGrpSpPr/>
          <p:nvPr/>
        </p:nvGrpSpPr>
        <p:grpSpPr>
          <a:xfrm rot="10800000">
            <a:off x="18157657" y="6981974"/>
            <a:ext cx="110560" cy="110560"/>
            <a:chOff x="0" y="0"/>
            <a:chExt cx="812800" cy="812800"/>
          </a:xfrm>
        </p:grpSpPr>
        <p:sp>
          <p:nvSpPr>
            <p:cNvPr id="1987" name="Google Shape;1987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89" name="Google Shape;1989;p14"/>
          <p:cNvGrpSpPr/>
          <p:nvPr/>
        </p:nvGrpSpPr>
        <p:grpSpPr>
          <a:xfrm rot="10800000">
            <a:off x="18157657" y="6800841"/>
            <a:ext cx="110560" cy="110560"/>
            <a:chOff x="0" y="0"/>
            <a:chExt cx="812800" cy="812800"/>
          </a:xfrm>
        </p:grpSpPr>
        <p:sp>
          <p:nvSpPr>
            <p:cNvPr id="1990" name="Google Shape;1990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92" name="Google Shape;1992;p14"/>
          <p:cNvGrpSpPr/>
          <p:nvPr/>
        </p:nvGrpSpPr>
        <p:grpSpPr>
          <a:xfrm rot="10800000">
            <a:off x="18157657" y="6619709"/>
            <a:ext cx="110560" cy="110560"/>
            <a:chOff x="0" y="0"/>
            <a:chExt cx="812800" cy="812800"/>
          </a:xfrm>
        </p:grpSpPr>
        <p:sp>
          <p:nvSpPr>
            <p:cNvPr id="1993" name="Google Shape;1993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95" name="Google Shape;1995;p14"/>
          <p:cNvGrpSpPr/>
          <p:nvPr/>
        </p:nvGrpSpPr>
        <p:grpSpPr>
          <a:xfrm rot="10800000">
            <a:off x="18157657" y="6438577"/>
            <a:ext cx="110560" cy="110560"/>
            <a:chOff x="0" y="0"/>
            <a:chExt cx="812800" cy="812800"/>
          </a:xfrm>
        </p:grpSpPr>
        <p:sp>
          <p:nvSpPr>
            <p:cNvPr id="1996" name="Google Shape;1996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98" name="Google Shape;1998;p14"/>
          <p:cNvGrpSpPr/>
          <p:nvPr/>
        </p:nvGrpSpPr>
        <p:grpSpPr>
          <a:xfrm rot="10800000">
            <a:off x="18157657" y="6257445"/>
            <a:ext cx="110560" cy="110560"/>
            <a:chOff x="0" y="0"/>
            <a:chExt cx="812800" cy="812800"/>
          </a:xfrm>
        </p:grpSpPr>
        <p:sp>
          <p:nvSpPr>
            <p:cNvPr id="1999" name="Google Shape;1999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01" name="Google Shape;2001;p14"/>
          <p:cNvGrpSpPr/>
          <p:nvPr/>
        </p:nvGrpSpPr>
        <p:grpSpPr>
          <a:xfrm rot="10800000">
            <a:off x="18157657" y="6076312"/>
            <a:ext cx="110560" cy="110560"/>
            <a:chOff x="0" y="0"/>
            <a:chExt cx="812800" cy="812800"/>
          </a:xfrm>
        </p:grpSpPr>
        <p:sp>
          <p:nvSpPr>
            <p:cNvPr id="2002" name="Google Shape;2002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04" name="Google Shape;2004;p14"/>
          <p:cNvGrpSpPr/>
          <p:nvPr/>
        </p:nvGrpSpPr>
        <p:grpSpPr>
          <a:xfrm rot="10800000">
            <a:off x="18157657" y="5895180"/>
            <a:ext cx="110560" cy="110560"/>
            <a:chOff x="0" y="0"/>
            <a:chExt cx="812800" cy="812800"/>
          </a:xfrm>
        </p:grpSpPr>
        <p:sp>
          <p:nvSpPr>
            <p:cNvPr id="2005" name="Google Shape;2005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07" name="Google Shape;2007;p14"/>
          <p:cNvGrpSpPr/>
          <p:nvPr/>
        </p:nvGrpSpPr>
        <p:grpSpPr>
          <a:xfrm rot="10800000">
            <a:off x="18157657" y="5714048"/>
            <a:ext cx="110560" cy="110560"/>
            <a:chOff x="0" y="0"/>
            <a:chExt cx="812800" cy="812800"/>
          </a:xfrm>
        </p:grpSpPr>
        <p:sp>
          <p:nvSpPr>
            <p:cNvPr id="2008" name="Google Shape;2008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10" name="Google Shape;2010;p14"/>
          <p:cNvGrpSpPr/>
          <p:nvPr/>
        </p:nvGrpSpPr>
        <p:grpSpPr>
          <a:xfrm rot="10800000">
            <a:off x="17289485" y="8249899"/>
            <a:ext cx="110560" cy="110560"/>
            <a:chOff x="0" y="0"/>
            <a:chExt cx="812800" cy="812800"/>
          </a:xfrm>
        </p:grpSpPr>
        <p:sp>
          <p:nvSpPr>
            <p:cNvPr id="2011" name="Google Shape;2011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13" name="Google Shape;2013;p14"/>
          <p:cNvGrpSpPr/>
          <p:nvPr/>
        </p:nvGrpSpPr>
        <p:grpSpPr>
          <a:xfrm rot="10800000">
            <a:off x="17289485" y="8068767"/>
            <a:ext cx="110560" cy="110560"/>
            <a:chOff x="0" y="0"/>
            <a:chExt cx="812800" cy="812800"/>
          </a:xfrm>
        </p:grpSpPr>
        <p:sp>
          <p:nvSpPr>
            <p:cNvPr id="2014" name="Google Shape;2014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16" name="Google Shape;2016;p14"/>
          <p:cNvGrpSpPr/>
          <p:nvPr/>
        </p:nvGrpSpPr>
        <p:grpSpPr>
          <a:xfrm rot="10800000">
            <a:off x="17289485" y="7887635"/>
            <a:ext cx="110560" cy="110560"/>
            <a:chOff x="0" y="0"/>
            <a:chExt cx="812800" cy="812800"/>
          </a:xfrm>
        </p:grpSpPr>
        <p:sp>
          <p:nvSpPr>
            <p:cNvPr id="2017" name="Google Shape;2017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19" name="Google Shape;2019;p14"/>
          <p:cNvGrpSpPr/>
          <p:nvPr/>
        </p:nvGrpSpPr>
        <p:grpSpPr>
          <a:xfrm rot="10800000">
            <a:off x="17289485" y="7706502"/>
            <a:ext cx="110560" cy="110560"/>
            <a:chOff x="0" y="0"/>
            <a:chExt cx="812800" cy="812800"/>
          </a:xfrm>
        </p:grpSpPr>
        <p:sp>
          <p:nvSpPr>
            <p:cNvPr id="2020" name="Google Shape;2020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22" name="Google Shape;2022;p14"/>
          <p:cNvGrpSpPr/>
          <p:nvPr/>
        </p:nvGrpSpPr>
        <p:grpSpPr>
          <a:xfrm rot="10800000">
            <a:off x="17289485" y="7525370"/>
            <a:ext cx="110560" cy="110560"/>
            <a:chOff x="0" y="0"/>
            <a:chExt cx="812800" cy="812800"/>
          </a:xfrm>
        </p:grpSpPr>
        <p:sp>
          <p:nvSpPr>
            <p:cNvPr id="2023" name="Google Shape;2023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25" name="Google Shape;2025;p14"/>
          <p:cNvGrpSpPr/>
          <p:nvPr/>
        </p:nvGrpSpPr>
        <p:grpSpPr>
          <a:xfrm rot="10800000">
            <a:off x="17289485" y="7344238"/>
            <a:ext cx="110560" cy="110560"/>
            <a:chOff x="0" y="0"/>
            <a:chExt cx="812800" cy="812800"/>
          </a:xfrm>
        </p:grpSpPr>
        <p:sp>
          <p:nvSpPr>
            <p:cNvPr id="2026" name="Google Shape;2026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28" name="Google Shape;2028;p14"/>
          <p:cNvGrpSpPr/>
          <p:nvPr/>
        </p:nvGrpSpPr>
        <p:grpSpPr>
          <a:xfrm rot="10800000">
            <a:off x="17289485" y="7163106"/>
            <a:ext cx="110560" cy="110560"/>
            <a:chOff x="0" y="0"/>
            <a:chExt cx="812800" cy="812800"/>
          </a:xfrm>
        </p:grpSpPr>
        <p:sp>
          <p:nvSpPr>
            <p:cNvPr id="2029" name="Google Shape;2029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31" name="Google Shape;2031;p14"/>
          <p:cNvGrpSpPr/>
          <p:nvPr/>
        </p:nvGrpSpPr>
        <p:grpSpPr>
          <a:xfrm rot="10800000">
            <a:off x="17289485" y="6981974"/>
            <a:ext cx="110560" cy="110560"/>
            <a:chOff x="0" y="0"/>
            <a:chExt cx="812800" cy="812800"/>
          </a:xfrm>
        </p:grpSpPr>
        <p:sp>
          <p:nvSpPr>
            <p:cNvPr id="2032" name="Google Shape;2032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34" name="Google Shape;2034;p14"/>
          <p:cNvGrpSpPr/>
          <p:nvPr/>
        </p:nvGrpSpPr>
        <p:grpSpPr>
          <a:xfrm rot="10800000">
            <a:off x="17289485" y="6800841"/>
            <a:ext cx="110560" cy="110560"/>
            <a:chOff x="0" y="0"/>
            <a:chExt cx="812800" cy="812800"/>
          </a:xfrm>
        </p:grpSpPr>
        <p:sp>
          <p:nvSpPr>
            <p:cNvPr id="2035" name="Google Shape;2035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37" name="Google Shape;2037;p14"/>
          <p:cNvGrpSpPr/>
          <p:nvPr/>
        </p:nvGrpSpPr>
        <p:grpSpPr>
          <a:xfrm rot="10800000">
            <a:off x="17289485" y="6619709"/>
            <a:ext cx="110560" cy="110560"/>
            <a:chOff x="0" y="0"/>
            <a:chExt cx="812800" cy="812800"/>
          </a:xfrm>
        </p:grpSpPr>
        <p:sp>
          <p:nvSpPr>
            <p:cNvPr id="2038" name="Google Shape;2038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40" name="Google Shape;2040;p14"/>
          <p:cNvGrpSpPr/>
          <p:nvPr/>
        </p:nvGrpSpPr>
        <p:grpSpPr>
          <a:xfrm rot="10800000">
            <a:off x="17289485" y="6438577"/>
            <a:ext cx="110560" cy="110560"/>
            <a:chOff x="0" y="0"/>
            <a:chExt cx="812800" cy="812800"/>
          </a:xfrm>
        </p:grpSpPr>
        <p:sp>
          <p:nvSpPr>
            <p:cNvPr id="2041" name="Google Shape;2041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43" name="Google Shape;2043;p14"/>
          <p:cNvGrpSpPr/>
          <p:nvPr/>
        </p:nvGrpSpPr>
        <p:grpSpPr>
          <a:xfrm rot="10800000">
            <a:off x="17289485" y="6257445"/>
            <a:ext cx="110560" cy="110560"/>
            <a:chOff x="0" y="0"/>
            <a:chExt cx="812800" cy="812800"/>
          </a:xfrm>
        </p:grpSpPr>
        <p:sp>
          <p:nvSpPr>
            <p:cNvPr id="2044" name="Google Shape;2044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46" name="Google Shape;2046;p14"/>
          <p:cNvGrpSpPr/>
          <p:nvPr/>
        </p:nvGrpSpPr>
        <p:grpSpPr>
          <a:xfrm rot="10800000">
            <a:off x="17289485" y="6076312"/>
            <a:ext cx="110560" cy="110560"/>
            <a:chOff x="0" y="0"/>
            <a:chExt cx="812800" cy="812800"/>
          </a:xfrm>
        </p:grpSpPr>
        <p:sp>
          <p:nvSpPr>
            <p:cNvPr id="2047" name="Google Shape;2047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49" name="Google Shape;2049;p14"/>
          <p:cNvGrpSpPr/>
          <p:nvPr/>
        </p:nvGrpSpPr>
        <p:grpSpPr>
          <a:xfrm rot="10800000">
            <a:off x="17289485" y="5895180"/>
            <a:ext cx="110560" cy="110560"/>
            <a:chOff x="0" y="0"/>
            <a:chExt cx="812800" cy="812800"/>
          </a:xfrm>
        </p:grpSpPr>
        <p:sp>
          <p:nvSpPr>
            <p:cNvPr id="2050" name="Google Shape;2050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52" name="Google Shape;2052;p14"/>
          <p:cNvGrpSpPr/>
          <p:nvPr/>
        </p:nvGrpSpPr>
        <p:grpSpPr>
          <a:xfrm rot="10800000">
            <a:off x="17289485" y="5714048"/>
            <a:ext cx="110560" cy="110560"/>
            <a:chOff x="0" y="0"/>
            <a:chExt cx="812800" cy="812800"/>
          </a:xfrm>
        </p:grpSpPr>
        <p:sp>
          <p:nvSpPr>
            <p:cNvPr id="2053" name="Google Shape;2053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55" name="Google Shape;2055;p14"/>
          <p:cNvGrpSpPr/>
          <p:nvPr/>
        </p:nvGrpSpPr>
        <p:grpSpPr>
          <a:xfrm rot="10800000">
            <a:off x="17289485" y="8431031"/>
            <a:ext cx="110560" cy="110560"/>
            <a:chOff x="0" y="0"/>
            <a:chExt cx="812800" cy="812800"/>
          </a:xfrm>
        </p:grpSpPr>
        <p:sp>
          <p:nvSpPr>
            <p:cNvPr id="2056" name="Google Shape;2056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58" name="Google Shape;2058;p14"/>
          <p:cNvGrpSpPr/>
          <p:nvPr/>
        </p:nvGrpSpPr>
        <p:grpSpPr>
          <a:xfrm rot="10800000">
            <a:off x="18157657" y="8612163"/>
            <a:ext cx="110560" cy="110560"/>
            <a:chOff x="0" y="0"/>
            <a:chExt cx="812800" cy="812800"/>
          </a:xfrm>
        </p:grpSpPr>
        <p:sp>
          <p:nvSpPr>
            <p:cNvPr id="2059" name="Google Shape;2059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61" name="Google Shape;2061;p14"/>
          <p:cNvGrpSpPr/>
          <p:nvPr/>
        </p:nvGrpSpPr>
        <p:grpSpPr>
          <a:xfrm rot="10800000">
            <a:off x="17289485" y="8612163"/>
            <a:ext cx="110560" cy="110560"/>
            <a:chOff x="0" y="0"/>
            <a:chExt cx="812800" cy="812800"/>
          </a:xfrm>
        </p:grpSpPr>
        <p:sp>
          <p:nvSpPr>
            <p:cNvPr id="2062" name="Google Shape;2062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64" name="Google Shape;2064;p14"/>
          <p:cNvGrpSpPr/>
          <p:nvPr/>
        </p:nvGrpSpPr>
        <p:grpSpPr>
          <a:xfrm rot="10800000">
            <a:off x="18157657" y="8770087"/>
            <a:ext cx="110560" cy="110560"/>
            <a:chOff x="0" y="0"/>
            <a:chExt cx="812800" cy="812800"/>
          </a:xfrm>
        </p:grpSpPr>
        <p:sp>
          <p:nvSpPr>
            <p:cNvPr id="2065" name="Google Shape;2065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67" name="Google Shape;2067;p14"/>
          <p:cNvGrpSpPr/>
          <p:nvPr/>
        </p:nvGrpSpPr>
        <p:grpSpPr>
          <a:xfrm rot="10800000">
            <a:off x="17289485" y="8770087"/>
            <a:ext cx="110560" cy="110560"/>
            <a:chOff x="0" y="0"/>
            <a:chExt cx="812800" cy="812800"/>
          </a:xfrm>
        </p:grpSpPr>
        <p:sp>
          <p:nvSpPr>
            <p:cNvPr id="2068" name="Google Shape;2068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70" name="Google Shape;2070;p14"/>
          <p:cNvGrpSpPr/>
          <p:nvPr/>
        </p:nvGrpSpPr>
        <p:grpSpPr>
          <a:xfrm rot="10800000">
            <a:off x="17289485" y="8947322"/>
            <a:ext cx="110560" cy="110560"/>
            <a:chOff x="0" y="0"/>
            <a:chExt cx="812800" cy="812800"/>
          </a:xfrm>
        </p:grpSpPr>
        <p:sp>
          <p:nvSpPr>
            <p:cNvPr id="2071" name="Google Shape;2071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73" name="Google Shape;2073;p14"/>
          <p:cNvGrpSpPr/>
          <p:nvPr/>
        </p:nvGrpSpPr>
        <p:grpSpPr>
          <a:xfrm rot="10800000">
            <a:off x="17980422" y="8770087"/>
            <a:ext cx="110560" cy="110560"/>
            <a:chOff x="0" y="0"/>
            <a:chExt cx="812800" cy="812800"/>
          </a:xfrm>
        </p:grpSpPr>
        <p:sp>
          <p:nvSpPr>
            <p:cNvPr id="2074" name="Google Shape;2074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76" name="Google Shape;2076;p14"/>
          <p:cNvGrpSpPr/>
          <p:nvPr/>
        </p:nvGrpSpPr>
        <p:grpSpPr>
          <a:xfrm rot="10800000">
            <a:off x="17451104" y="8947322"/>
            <a:ext cx="110560" cy="110560"/>
            <a:chOff x="0" y="0"/>
            <a:chExt cx="812800" cy="812800"/>
          </a:xfrm>
        </p:grpSpPr>
        <p:sp>
          <p:nvSpPr>
            <p:cNvPr id="2077" name="Google Shape;2077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79" name="Google Shape;2079;p14"/>
          <p:cNvGrpSpPr/>
          <p:nvPr/>
        </p:nvGrpSpPr>
        <p:grpSpPr>
          <a:xfrm rot="10800000">
            <a:off x="17805574" y="8770087"/>
            <a:ext cx="110560" cy="110560"/>
            <a:chOff x="0" y="0"/>
            <a:chExt cx="812800" cy="812800"/>
          </a:xfrm>
        </p:grpSpPr>
        <p:sp>
          <p:nvSpPr>
            <p:cNvPr id="2080" name="Google Shape;2080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82" name="Google Shape;2082;p14"/>
          <p:cNvGrpSpPr/>
          <p:nvPr/>
        </p:nvGrpSpPr>
        <p:grpSpPr>
          <a:xfrm rot="10800000">
            <a:off x="17628339" y="8770087"/>
            <a:ext cx="110560" cy="110560"/>
            <a:chOff x="0" y="0"/>
            <a:chExt cx="812800" cy="812800"/>
          </a:xfrm>
        </p:grpSpPr>
        <p:sp>
          <p:nvSpPr>
            <p:cNvPr id="2083" name="Google Shape;2083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85" name="Google Shape;2085;p14"/>
          <p:cNvGrpSpPr/>
          <p:nvPr/>
        </p:nvGrpSpPr>
        <p:grpSpPr>
          <a:xfrm rot="10800000">
            <a:off x="17451104" y="8770087"/>
            <a:ext cx="110560" cy="110560"/>
            <a:chOff x="0" y="0"/>
            <a:chExt cx="812800" cy="812800"/>
          </a:xfrm>
        </p:grpSpPr>
        <p:sp>
          <p:nvSpPr>
            <p:cNvPr id="2086" name="Google Shape;2086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88" name="Google Shape;2088;p14"/>
          <p:cNvGrpSpPr/>
          <p:nvPr/>
        </p:nvGrpSpPr>
        <p:grpSpPr>
          <a:xfrm rot="10800000">
            <a:off x="17289485" y="9115032"/>
            <a:ext cx="110560" cy="110560"/>
            <a:chOff x="0" y="0"/>
            <a:chExt cx="812800" cy="812800"/>
          </a:xfrm>
        </p:grpSpPr>
        <p:sp>
          <p:nvSpPr>
            <p:cNvPr id="2089" name="Google Shape;2089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91" name="Google Shape;2091;p14"/>
          <p:cNvGrpSpPr/>
          <p:nvPr/>
        </p:nvGrpSpPr>
        <p:grpSpPr>
          <a:xfrm>
            <a:off x="17482467" y="9791295"/>
            <a:ext cx="1350380" cy="1350380"/>
            <a:chOff x="0" y="0"/>
            <a:chExt cx="1800506" cy="1800506"/>
          </a:xfrm>
        </p:grpSpPr>
        <p:sp>
          <p:nvSpPr>
            <p:cNvPr id="2092" name="Google Shape;2092;p14"/>
            <p:cNvSpPr/>
            <p:nvPr/>
          </p:nvSpPr>
          <p:spPr>
            <a:xfrm>
              <a:off x="0" y="0"/>
              <a:ext cx="1800506" cy="1800506"/>
            </a:xfrm>
            <a:custGeom>
              <a:avLst/>
              <a:gdLst/>
              <a:ahLst/>
              <a:cxnLst/>
              <a:rect l="l" t="t" r="r" b="b"/>
              <a:pathLst>
                <a:path w="1800506" h="1800506" extrusionOk="0">
                  <a:moveTo>
                    <a:pt x="0" y="0"/>
                  </a:moveTo>
                  <a:lnTo>
                    <a:pt x="1800506" y="0"/>
                  </a:lnTo>
                  <a:lnTo>
                    <a:pt x="1800506" y="1800506"/>
                  </a:lnTo>
                  <a:lnTo>
                    <a:pt x="0" y="180050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093" name="Google Shape;2093;p14"/>
            <p:cNvSpPr/>
            <p:nvPr/>
          </p:nvSpPr>
          <p:spPr>
            <a:xfrm>
              <a:off x="155410" y="151242"/>
              <a:ext cx="1489687" cy="1489687"/>
            </a:xfrm>
            <a:custGeom>
              <a:avLst/>
              <a:gdLst/>
              <a:ahLst/>
              <a:cxnLst/>
              <a:rect l="l" t="t" r="r" b="b"/>
              <a:pathLst>
                <a:path w="1489687" h="1489687" extrusionOk="0">
                  <a:moveTo>
                    <a:pt x="0" y="0"/>
                  </a:moveTo>
                  <a:lnTo>
                    <a:pt x="1489686" y="0"/>
                  </a:lnTo>
                  <a:lnTo>
                    <a:pt x="1489686" y="1489687"/>
                  </a:lnTo>
                  <a:lnTo>
                    <a:pt x="0" y="148968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094" name="Google Shape;2094;p14"/>
            <p:cNvSpPr/>
            <p:nvPr/>
          </p:nvSpPr>
          <p:spPr>
            <a:xfrm>
              <a:off x="336111" y="331943"/>
              <a:ext cx="1128285" cy="1128285"/>
            </a:xfrm>
            <a:custGeom>
              <a:avLst/>
              <a:gdLst/>
              <a:ahLst/>
              <a:cxnLst/>
              <a:rect l="l" t="t" r="r" b="b"/>
              <a:pathLst>
                <a:path w="1128285" h="1128285" extrusionOk="0">
                  <a:moveTo>
                    <a:pt x="0" y="0"/>
                  </a:moveTo>
                  <a:lnTo>
                    <a:pt x="1128284" y="0"/>
                  </a:lnTo>
                  <a:lnTo>
                    <a:pt x="1128284" y="1128284"/>
                  </a:lnTo>
                  <a:lnTo>
                    <a:pt x="0" y="11282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grpSp>
        <p:nvGrpSpPr>
          <p:cNvPr id="2095" name="Google Shape;2095;p14"/>
          <p:cNvGrpSpPr/>
          <p:nvPr/>
        </p:nvGrpSpPr>
        <p:grpSpPr>
          <a:xfrm>
            <a:off x="16823110" y="-1432487"/>
            <a:ext cx="2536021" cy="2387197"/>
            <a:chOff x="144191" y="144191"/>
            <a:chExt cx="3381362" cy="3182929"/>
          </a:xfrm>
        </p:grpSpPr>
        <p:grpSp>
          <p:nvGrpSpPr>
            <p:cNvPr id="2096" name="Google Shape;2096;p14"/>
            <p:cNvGrpSpPr/>
            <p:nvPr/>
          </p:nvGrpSpPr>
          <p:grpSpPr>
            <a:xfrm>
              <a:off x="342624" y="144191"/>
              <a:ext cx="3182929" cy="3182929"/>
              <a:chOff x="33762" y="33762"/>
              <a:chExt cx="745275" cy="745275"/>
            </a:xfrm>
          </p:grpSpPr>
          <p:sp>
            <p:nvSpPr>
              <p:cNvPr id="2097" name="Google Shape;2097;p14"/>
              <p:cNvSpPr/>
              <p:nvPr/>
            </p:nvSpPr>
            <p:spPr>
              <a:xfrm>
                <a:off x="33762" y="33762"/>
                <a:ext cx="745275" cy="745275"/>
              </a:xfrm>
              <a:custGeom>
                <a:avLst/>
                <a:gdLst/>
                <a:ahLst/>
                <a:cxnLst/>
                <a:rect l="l" t="t" r="r" b="b"/>
                <a:pathLst>
                  <a:path w="745275" h="745275" extrusionOk="0">
                    <a:moveTo>
                      <a:pt x="425740" y="23054"/>
                    </a:moveTo>
                    <a:lnTo>
                      <a:pt x="436178" y="34223"/>
                    </a:lnTo>
                    <a:cubicBezTo>
                      <a:pt x="469920" y="70325"/>
                      <a:pt x="517617" y="90082"/>
                      <a:pt x="567003" y="88413"/>
                    </a:cubicBezTo>
                    <a:lnTo>
                      <a:pt x="582282" y="87896"/>
                    </a:lnTo>
                    <a:cubicBezTo>
                      <a:pt x="602400" y="87217"/>
                      <a:pt x="621899" y="94910"/>
                      <a:pt x="636132" y="109143"/>
                    </a:cubicBezTo>
                    <a:cubicBezTo>
                      <a:pt x="650366" y="123377"/>
                      <a:pt x="658059" y="142876"/>
                      <a:pt x="657379" y="162993"/>
                    </a:cubicBezTo>
                    <a:lnTo>
                      <a:pt x="656863" y="178273"/>
                    </a:lnTo>
                    <a:cubicBezTo>
                      <a:pt x="655194" y="227659"/>
                      <a:pt x="674951" y="275356"/>
                      <a:pt x="711053" y="309098"/>
                    </a:cubicBezTo>
                    <a:lnTo>
                      <a:pt x="722222" y="319537"/>
                    </a:lnTo>
                    <a:cubicBezTo>
                      <a:pt x="736928" y="333281"/>
                      <a:pt x="745275" y="352509"/>
                      <a:pt x="745275" y="372638"/>
                    </a:cubicBezTo>
                    <a:cubicBezTo>
                      <a:pt x="745275" y="392767"/>
                      <a:pt x="736928" y="411995"/>
                      <a:pt x="722222" y="425739"/>
                    </a:cubicBezTo>
                    <a:lnTo>
                      <a:pt x="711053" y="436178"/>
                    </a:lnTo>
                    <a:cubicBezTo>
                      <a:pt x="674951" y="469920"/>
                      <a:pt x="655194" y="517617"/>
                      <a:pt x="656863" y="567003"/>
                    </a:cubicBezTo>
                    <a:lnTo>
                      <a:pt x="657379" y="582282"/>
                    </a:lnTo>
                    <a:cubicBezTo>
                      <a:pt x="658059" y="602400"/>
                      <a:pt x="650366" y="621899"/>
                      <a:pt x="636132" y="636132"/>
                    </a:cubicBezTo>
                    <a:cubicBezTo>
                      <a:pt x="621899" y="650366"/>
                      <a:pt x="602400" y="658059"/>
                      <a:pt x="582282" y="657379"/>
                    </a:cubicBezTo>
                    <a:lnTo>
                      <a:pt x="567003" y="656863"/>
                    </a:lnTo>
                    <a:cubicBezTo>
                      <a:pt x="517617" y="655194"/>
                      <a:pt x="469920" y="674951"/>
                      <a:pt x="436178" y="711053"/>
                    </a:cubicBezTo>
                    <a:lnTo>
                      <a:pt x="425739" y="722222"/>
                    </a:lnTo>
                    <a:cubicBezTo>
                      <a:pt x="411995" y="736928"/>
                      <a:pt x="392767" y="745275"/>
                      <a:pt x="372638" y="745275"/>
                    </a:cubicBezTo>
                    <a:cubicBezTo>
                      <a:pt x="352509" y="745275"/>
                      <a:pt x="333281" y="736928"/>
                      <a:pt x="319537" y="722222"/>
                    </a:cubicBezTo>
                    <a:lnTo>
                      <a:pt x="309098" y="711053"/>
                    </a:lnTo>
                    <a:cubicBezTo>
                      <a:pt x="275356" y="674951"/>
                      <a:pt x="227659" y="655194"/>
                      <a:pt x="178273" y="656863"/>
                    </a:cubicBezTo>
                    <a:lnTo>
                      <a:pt x="162993" y="657379"/>
                    </a:lnTo>
                    <a:cubicBezTo>
                      <a:pt x="142876" y="658059"/>
                      <a:pt x="123377" y="650366"/>
                      <a:pt x="109143" y="636132"/>
                    </a:cubicBezTo>
                    <a:cubicBezTo>
                      <a:pt x="94910" y="621899"/>
                      <a:pt x="87217" y="602400"/>
                      <a:pt x="87896" y="582282"/>
                    </a:cubicBezTo>
                    <a:lnTo>
                      <a:pt x="88413" y="567003"/>
                    </a:lnTo>
                    <a:cubicBezTo>
                      <a:pt x="90082" y="517617"/>
                      <a:pt x="70325" y="469920"/>
                      <a:pt x="34223" y="436178"/>
                    </a:cubicBezTo>
                    <a:lnTo>
                      <a:pt x="23054" y="425740"/>
                    </a:lnTo>
                    <a:cubicBezTo>
                      <a:pt x="8348" y="411995"/>
                      <a:pt x="0" y="392767"/>
                      <a:pt x="0" y="372638"/>
                    </a:cubicBezTo>
                    <a:cubicBezTo>
                      <a:pt x="0" y="352509"/>
                      <a:pt x="8348" y="333281"/>
                      <a:pt x="23054" y="319537"/>
                    </a:cubicBezTo>
                    <a:lnTo>
                      <a:pt x="34223" y="309098"/>
                    </a:lnTo>
                    <a:cubicBezTo>
                      <a:pt x="70325" y="275356"/>
                      <a:pt x="90082" y="227659"/>
                      <a:pt x="88413" y="178273"/>
                    </a:cubicBezTo>
                    <a:lnTo>
                      <a:pt x="87896" y="162993"/>
                    </a:lnTo>
                    <a:cubicBezTo>
                      <a:pt x="87217" y="142876"/>
                      <a:pt x="94910" y="123377"/>
                      <a:pt x="109143" y="109143"/>
                    </a:cubicBezTo>
                    <a:cubicBezTo>
                      <a:pt x="123377" y="94910"/>
                      <a:pt x="142876" y="87217"/>
                      <a:pt x="162993" y="87896"/>
                    </a:cubicBezTo>
                    <a:lnTo>
                      <a:pt x="178273" y="88413"/>
                    </a:lnTo>
                    <a:cubicBezTo>
                      <a:pt x="227659" y="90082"/>
                      <a:pt x="275356" y="70325"/>
                      <a:pt x="309098" y="34223"/>
                    </a:cubicBezTo>
                    <a:lnTo>
                      <a:pt x="319537" y="23054"/>
                    </a:lnTo>
                    <a:cubicBezTo>
                      <a:pt x="333281" y="8348"/>
                      <a:pt x="352509" y="0"/>
                      <a:pt x="372638" y="0"/>
                    </a:cubicBezTo>
                    <a:cubicBezTo>
                      <a:pt x="392767" y="0"/>
                      <a:pt x="411995" y="8348"/>
                      <a:pt x="425740" y="2305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CEA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Google Shape;2098;p14"/>
              <p:cNvSpPr txBox="1"/>
              <p:nvPr/>
            </p:nvSpPr>
            <p:spPr>
              <a:xfrm>
                <a:off x="127000" y="79375"/>
                <a:ext cx="558800" cy="606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099" name="Google Shape;2099;p14"/>
            <p:cNvGrpSpPr/>
            <p:nvPr/>
          </p:nvGrpSpPr>
          <p:grpSpPr>
            <a:xfrm>
              <a:off x="144191" y="144191"/>
              <a:ext cx="3182929" cy="3182929"/>
              <a:chOff x="33762" y="33762"/>
              <a:chExt cx="745275" cy="745275"/>
            </a:xfrm>
          </p:grpSpPr>
          <p:sp>
            <p:nvSpPr>
              <p:cNvPr id="2100" name="Google Shape;2100;p14"/>
              <p:cNvSpPr/>
              <p:nvPr/>
            </p:nvSpPr>
            <p:spPr>
              <a:xfrm>
                <a:off x="33762" y="33762"/>
                <a:ext cx="745275" cy="745275"/>
              </a:xfrm>
              <a:custGeom>
                <a:avLst/>
                <a:gdLst/>
                <a:ahLst/>
                <a:cxnLst/>
                <a:rect l="l" t="t" r="r" b="b"/>
                <a:pathLst>
                  <a:path w="745275" h="745275" extrusionOk="0">
                    <a:moveTo>
                      <a:pt x="425740" y="23054"/>
                    </a:moveTo>
                    <a:lnTo>
                      <a:pt x="436178" y="34223"/>
                    </a:lnTo>
                    <a:cubicBezTo>
                      <a:pt x="469920" y="70325"/>
                      <a:pt x="517617" y="90082"/>
                      <a:pt x="567003" y="88413"/>
                    </a:cubicBezTo>
                    <a:lnTo>
                      <a:pt x="582282" y="87896"/>
                    </a:lnTo>
                    <a:cubicBezTo>
                      <a:pt x="602400" y="87217"/>
                      <a:pt x="621899" y="94910"/>
                      <a:pt x="636132" y="109143"/>
                    </a:cubicBezTo>
                    <a:cubicBezTo>
                      <a:pt x="650366" y="123377"/>
                      <a:pt x="658059" y="142876"/>
                      <a:pt x="657379" y="162993"/>
                    </a:cubicBezTo>
                    <a:lnTo>
                      <a:pt x="656863" y="178273"/>
                    </a:lnTo>
                    <a:cubicBezTo>
                      <a:pt x="655194" y="227659"/>
                      <a:pt x="674951" y="275356"/>
                      <a:pt x="711053" y="309098"/>
                    </a:cubicBezTo>
                    <a:lnTo>
                      <a:pt x="722222" y="319537"/>
                    </a:lnTo>
                    <a:cubicBezTo>
                      <a:pt x="736928" y="333281"/>
                      <a:pt x="745275" y="352509"/>
                      <a:pt x="745275" y="372638"/>
                    </a:cubicBezTo>
                    <a:cubicBezTo>
                      <a:pt x="745275" y="392767"/>
                      <a:pt x="736928" y="411995"/>
                      <a:pt x="722222" y="425739"/>
                    </a:cubicBezTo>
                    <a:lnTo>
                      <a:pt x="711053" y="436178"/>
                    </a:lnTo>
                    <a:cubicBezTo>
                      <a:pt x="674951" y="469920"/>
                      <a:pt x="655194" y="517617"/>
                      <a:pt x="656863" y="567003"/>
                    </a:cubicBezTo>
                    <a:lnTo>
                      <a:pt x="657379" y="582282"/>
                    </a:lnTo>
                    <a:cubicBezTo>
                      <a:pt x="658059" y="602400"/>
                      <a:pt x="650366" y="621899"/>
                      <a:pt x="636132" y="636132"/>
                    </a:cubicBezTo>
                    <a:cubicBezTo>
                      <a:pt x="621899" y="650366"/>
                      <a:pt x="602400" y="658059"/>
                      <a:pt x="582282" y="657379"/>
                    </a:cubicBezTo>
                    <a:lnTo>
                      <a:pt x="567003" y="656863"/>
                    </a:lnTo>
                    <a:cubicBezTo>
                      <a:pt x="517617" y="655194"/>
                      <a:pt x="469920" y="674951"/>
                      <a:pt x="436178" y="711053"/>
                    </a:cubicBezTo>
                    <a:lnTo>
                      <a:pt x="425739" y="722222"/>
                    </a:lnTo>
                    <a:cubicBezTo>
                      <a:pt x="411995" y="736928"/>
                      <a:pt x="392767" y="745275"/>
                      <a:pt x="372638" y="745275"/>
                    </a:cubicBezTo>
                    <a:cubicBezTo>
                      <a:pt x="352509" y="745275"/>
                      <a:pt x="333281" y="736928"/>
                      <a:pt x="319537" y="722222"/>
                    </a:cubicBezTo>
                    <a:lnTo>
                      <a:pt x="309098" y="711053"/>
                    </a:lnTo>
                    <a:cubicBezTo>
                      <a:pt x="275356" y="674951"/>
                      <a:pt x="227659" y="655194"/>
                      <a:pt x="178273" y="656863"/>
                    </a:cubicBezTo>
                    <a:lnTo>
                      <a:pt x="162993" y="657379"/>
                    </a:lnTo>
                    <a:cubicBezTo>
                      <a:pt x="142876" y="658059"/>
                      <a:pt x="123377" y="650366"/>
                      <a:pt x="109143" y="636132"/>
                    </a:cubicBezTo>
                    <a:cubicBezTo>
                      <a:pt x="94910" y="621899"/>
                      <a:pt x="87217" y="602400"/>
                      <a:pt x="87896" y="582282"/>
                    </a:cubicBezTo>
                    <a:lnTo>
                      <a:pt x="88413" y="567003"/>
                    </a:lnTo>
                    <a:cubicBezTo>
                      <a:pt x="90082" y="517617"/>
                      <a:pt x="70325" y="469920"/>
                      <a:pt x="34223" y="436178"/>
                    </a:cubicBezTo>
                    <a:lnTo>
                      <a:pt x="23054" y="425740"/>
                    </a:lnTo>
                    <a:cubicBezTo>
                      <a:pt x="8348" y="411995"/>
                      <a:pt x="0" y="392767"/>
                      <a:pt x="0" y="372638"/>
                    </a:cubicBezTo>
                    <a:cubicBezTo>
                      <a:pt x="0" y="352509"/>
                      <a:pt x="8348" y="333281"/>
                      <a:pt x="23054" y="319537"/>
                    </a:cubicBezTo>
                    <a:lnTo>
                      <a:pt x="34223" y="309098"/>
                    </a:lnTo>
                    <a:cubicBezTo>
                      <a:pt x="70325" y="275356"/>
                      <a:pt x="90082" y="227659"/>
                      <a:pt x="88413" y="178273"/>
                    </a:cubicBezTo>
                    <a:lnTo>
                      <a:pt x="87896" y="162993"/>
                    </a:lnTo>
                    <a:cubicBezTo>
                      <a:pt x="87217" y="142876"/>
                      <a:pt x="94910" y="123377"/>
                      <a:pt x="109143" y="109143"/>
                    </a:cubicBezTo>
                    <a:cubicBezTo>
                      <a:pt x="123377" y="94910"/>
                      <a:pt x="142876" y="87217"/>
                      <a:pt x="162993" y="87896"/>
                    </a:cubicBezTo>
                    <a:lnTo>
                      <a:pt x="178273" y="88413"/>
                    </a:lnTo>
                    <a:cubicBezTo>
                      <a:pt x="227659" y="90082"/>
                      <a:pt x="275356" y="70325"/>
                      <a:pt x="309098" y="34223"/>
                    </a:cubicBezTo>
                    <a:lnTo>
                      <a:pt x="319537" y="23054"/>
                    </a:lnTo>
                    <a:cubicBezTo>
                      <a:pt x="333281" y="8348"/>
                      <a:pt x="352509" y="0"/>
                      <a:pt x="372638" y="0"/>
                    </a:cubicBezTo>
                    <a:cubicBezTo>
                      <a:pt x="392767" y="0"/>
                      <a:pt x="411995" y="8348"/>
                      <a:pt x="425740" y="2305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56126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Google Shape;2101;p14"/>
              <p:cNvSpPr txBox="1"/>
              <p:nvPr/>
            </p:nvSpPr>
            <p:spPr>
              <a:xfrm>
                <a:off x="127000" y="79375"/>
                <a:ext cx="558800" cy="606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2102" name="Google Shape;2102;p14"/>
          <p:cNvGrpSpPr/>
          <p:nvPr/>
        </p:nvGrpSpPr>
        <p:grpSpPr>
          <a:xfrm>
            <a:off x="17283190" y="-1275646"/>
            <a:ext cx="1970053" cy="1854442"/>
            <a:chOff x="112012" y="112012"/>
            <a:chExt cx="2626737" cy="2472588"/>
          </a:xfrm>
        </p:grpSpPr>
        <p:grpSp>
          <p:nvGrpSpPr>
            <p:cNvPr id="2103" name="Google Shape;2103;p14"/>
            <p:cNvGrpSpPr/>
            <p:nvPr/>
          </p:nvGrpSpPr>
          <p:grpSpPr>
            <a:xfrm>
              <a:off x="266161" y="112012"/>
              <a:ext cx="2472588" cy="2472588"/>
              <a:chOff x="33762" y="33762"/>
              <a:chExt cx="745275" cy="745275"/>
            </a:xfrm>
          </p:grpSpPr>
          <p:sp>
            <p:nvSpPr>
              <p:cNvPr id="2104" name="Google Shape;2104;p14"/>
              <p:cNvSpPr/>
              <p:nvPr/>
            </p:nvSpPr>
            <p:spPr>
              <a:xfrm>
                <a:off x="33762" y="33762"/>
                <a:ext cx="745275" cy="745275"/>
              </a:xfrm>
              <a:custGeom>
                <a:avLst/>
                <a:gdLst/>
                <a:ahLst/>
                <a:cxnLst/>
                <a:rect l="l" t="t" r="r" b="b"/>
                <a:pathLst>
                  <a:path w="745275" h="745275" extrusionOk="0">
                    <a:moveTo>
                      <a:pt x="425740" y="23054"/>
                    </a:moveTo>
                    <a:lnTo>
                      <a:pt x="436178" y="34223"/>
                    </a:lnTo>
                    <a:cubicBezTo>
                      <a:pt x="469920" y="70325"/>
                      <a:pt x="517617" y="90082"/>
                      <a:pt x="567003" y="88413"/>
                    </a:cubicBezTo>
                    <a:lnTo>
                      <a:pt x="582282" y="87896"/>
                    </a:lnTo>
                    <a:cubicBezTo>
                      <a:pt x="602400" y="87217"/>
                      <a:pt x="621899" y="94910"/>
                      <a:pt x="636132" y="109143"/>
                    </a:cubicBezTo>
                    <a:cubicBezTo>
                      <a:pt x="650366" y="123377"/>
                      <a:pt x="658059" y="142876"/>
                      <a:pt x="657379" y="162993"/>
                    </a:cubicBezTo>
                    <a:lnTo>
                      <a:pt x="656863" y="178273"/>
                    </a:lnTo>
                    <a:cubicBezTo>
                      <a:pt x="655194" y="227659"/>
                      <a:pt x="674951" y="275356"/>
                      <a:pt x="711053" y="309098"/>
                    </a:cubicBezTo>
                    <a:lnTo>
                      <a:pt x="722222" y="319537"/>
                    </a:lnTo>
                    <a:cubicBezTo>
                      <a:pt x="736928" y="333281"/>
                      <a:pt x="745275" y="352509"/>
                      <a:pt x="745275" y="372638"/>
                    </a:cubicBezTo>
                    <a:cubicBezTo>
                      <a:pt x="745275" y="392767"/>
                      <a:pt x="736928" y="411995"/>
                      <a:pt x="722222" y="425739"/>
                    </a:cubicBezTo>
                    <a:lnTo>
                      <a:pt x="711053" y="436178"/>
                    </a:lnTo>
                    <a:cubicBezTo>
                      <a:pt x="674951" y="469920"/>
                      <a:pt x="655194" y="517617"/>
                      <a:pt x="656863" y="567003"/>
                    </a:cubicBezTo>
                    <a:lnTo>
                      <a:pt x="657379" y="582282"/>
                    </a:lnTo>
                    <a:cubicBezTo>
                      <a:pt x="658059" y="602400"/>
                      <a:pt x="650366" y="621899"/>
                      <a:pt x="636132" y="636132"/>
                    </a:cubicBezTo>
                    <a:cubicBezTo>
                      <a:pt x="621899" y="650366"/>
                      <a:pt x="602400" y="658059"/>
                      <a:pt x="582282" y="657379"/>
                    </a:cubicBezTo>
                    <a:lnTo>
                      <a:pt x="567003" y="656863"/>
                    </a:lnTo>
                    <a:cubicBezTo>
                      <a:pt x="517617" y="655194"/>
                      <a:pt x="469920" y="674951"/>
                      <a:pt x="436178" y="711053"/>
                    </a:cubicBezTo>
                    <a:lnTo>
                      <a:pt x="425739" y="722222"/>
                    </a:lnTo>
                    <a:cubicBezTo>
                      <a:pt x="411995" y="736928"/>
                      <a:pt x="392767" y="745275"/>
                      <a:pt x="372638" y="745275"/>
                    </a:cubicBezTo>
                    <a:cubicBezTo>
                      <a:pt x="352509" y="745275"/>
                      <a:pt x="333281" y="736928"/>
                      <a:pt x="319537" y="722222"/>
                    </a:cubicBezTo>
                    <a:lnTo>
                      <a:pt x="309098" y="711053"/>
                    </a:lnTo>
                    <a:cubicBezTo>
                      <a:pt x="275356" y="674951"/>
                      <a:pt x="227659" y="655194"/>
                      <a:pt x="178273" y="656863"/>
                    </a:cubicBezTo>
                    <a:lnTo>
                      <a:pt x="162993" y="657379"/>
                    </a:lnTo>
                    <a:cubicBezTo>
                      <a:pt x="142876" y="658059"/>
                      <a:pt x="123377" y="650366"/>
                      <a:pt x="109143" y="636132"/>
                    </a:cubicBezTo>
                    <a:cubicBezTo>
                      <a:pt x="94910" y="621899"/>
                      <a:pt x="87217" y="602400"/>
                      <a:pt x="87896" y="582282"/>
                    </a:cubicBezTo>
                    <a:lnTo>
                      <a:pt x="88413" y="567003"/>
                    </a:lnTo>
                    <a:cubicBezTo>
                      <a:pt x="90082" y="517617"/>
                      <a:pt x="70325" y="469920"/>
                      <a:pt x="34223" y="436178"/>
                    </a:cubicBezTo>
                    <a:lnTo>
                      <a:pt x="23054" y="425740"/>
                    </a:lnTo>
                    <a:cubicBezTo>
                      <a:pt x="8348" y="411995"/>
                      <a:pt x="0" y="392767"/>
                      <a:pt x="0" y="372638"/>
                    </a:cubicBezTo>
                    <a:cubicBezTo>
                      <a:pt x="0" y="352509"/>
                      <a:pt x="8348" y="333281"/>
                      <a:pt x="23054" y="319537"/>
                    </a:cubicBezTo>
                    <a:lnTo>
                      <a:pt x="34223" y="309098"/>
                    </a:lnTo>
                    <a:cubicBezTo>
                      <a:pt x="70325" y="275356"/>
                      <a:pt x="90082" y="227659"/>
                      <a:pt x="88413" y="178273"/>
                    </a:cubicBezTo>
                    <a:lnTo>
                      <a:pt x="87896" y="162993"/>
                    </a:lnTo>
                    <a:cubicBezTo>
                      <a:pt x="87217" y="142876"/>
                      <a:pt x="94910" y="123377"/>
                      <a:pt x="109143" y="109143"/>
                    </a:cubicBezTo>
                    <a:cubicBezTo>
                      <a:pt x="123377" y="94910"/>
                      <a:pt x="142876" y="87217"/>
                      <a:pt x="162993" y="87896"/>
                    </a:cubicBezTo>
                    <a:lnTo>
                      <a:pt x="178273" y="88413"/>
                    </a:lnTo>
                    <a:cubicBezTo>
                      <a:pt x="227659" y="90082"/>
                      <a:pt x="275356" y="70325"/>
                      <a:pt x="309098" y="34223"/>
                    </a:cubicBezTo>
                    <a:lnTo>
                      <a:pt x="319537" y="23054"/>
                    </a:lnTo>
                    <a:cubicBezTo>
                      <a:pt x="333281" y="8348"/>
                      <a:pt x="352509" y="0"/>
                      <a:pt x="372638" y="0"/>
                    </a:cubicBezTo>
                    <a:cubicBezTo>
                      <a:pt x="392767" y="0"/>
                      <a:pt x="411995" y="8348"/>
                      <a:pt x="425740" y="2305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 cmpd="sng">
                <a:solidFill>
                  <a:srgbClr val="CEA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Google Shape;2105;p14"/>
              <p:cNvSpPr txBox="1"/>
              <p:nvPr/>
            </p:nvSpPr>
            <p:spPr>
              <a:xfrm>
                <a:off x="127000" y="79375"/>
                <a:ext cx="558800" cy="606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106" name="Google Shape;2106;p14"/>
            <p:cNvGrpSpPr/>
            <p:nvPr/>
          </p:nvGrpSpPr>
          <p:grpSpPr>
            <a:xfrm>
              <a:off x="112012" y="112012"/>
              <a:ext cx="2472588" cy="2472588"/>
              <a:chOff x="33762" y="33762"/>
              <a:chExt cx="745275" cy="745275"/>
            </a:xfrm>
          </p:grpSpPr>
          <p:sp>
            <p:nvSpPr>
              <p:cNvPr id="2107" name="Google Shape;2107;p14"/>
              <p:cNvSpPr/>
              <p:nvPr/>
            </p:nvSpPr>
            <p:spPr>
              <a:xfrm>
                <a:off x="33762" y="33762"/>
                <a:ext cx="745275" cy="745275"/>
              </a:xfrm>
              <a:custGeom>
                <a:avLst/>
                <a:gdLst/>
                <a:ahLst/>
                <a:cxnLst/>
                <a:rect l="l" t="t" r="r" b="b"/>
                <a:pathLst>
                  <a:path w="745275" h="745275" extrusionOk="0">
                    <a:moveTo>
                      <a:pt x="425740" y="23054"/>
                    </a:moveTo>
                    <a:lnTo>
                      <a:pt x="436178" y="34223"/>
                    </a:lnTo>
                    <a:cubicBezTo>
                      <a:pt x="469920" y="70325"/>
                      <a:pt x="517617" y="90082"/>
                      <a:pt x="567003" y="88413"/>
                    </a:cubicBezTo>
                    <a:lnTo>
                      <a:pt x="582282" y="87896"/>
                    </a:lnTo>
                    <a:cubicBezTo>
                      <a:pt x="602400" y="87217"/>
                      <a:pt x="621899" y="94910"/>
                      <a:pt x="636132" y="109143"/>
                    </a:cubicBezTo>
                    <a:cubicBezTo>
                      <a:pt x="650366" y="123377"/>
                      <a:pt x="658059" y="142876"/>
                      <a:pt x="657379" y="162993"/>
                    </a:cubicBezTo>
                    <a:lnTo>
                      <a:pt x="656863" y="178273"/>
                    </a:lnTo>
                    <a:cubicBezTo>
                      <a:pt x="655194" y="227659"/>
                      <a:pt x="674951" y="275356"/>
                      <a:pt x="711053" y="309098"/>
                    </a:cubicBezTo>
                    <a:lnTo>
                      <a:pt x="722222" y="319537"/>
                    </a:lnTo>
                    <a:cubicBezTo>
                      <a:pt x="736928" y="333281"/>
                      <a:pt x="745275" y="352509"/>
                      <a:pt x="745275" y="372638"/>
                    </a:cubicBezTo>
                    <a:cubicBezTo>
                      <a:pt x="745275" y="392767"/>
                      <a:pt x="736928" y="411995"/>
                      <a:pt x="722222" y="425739"/>
                    </a:cubicBezTo>
                    <a:lnTo>
                      <a:pt x="711053" y="436178"/>
                    </a:lnTo>
                    <a:cubicBezTo>
                      <a:pt x="674951" y="469920"/>
                      <a:pt x="655194" y="517617"/>
                      <a:pt x="656863" y="567003"/>
                    </a:cubicBezTo>
                    <a:lnTo>
                      <a:pt x="657379" y="582282"/>
                    </a:lnTo>
                    <a:cubicBezTo>
                      <a:pt x="658059" y="602400"/>
                      <a:pt x="650366" y="621899"/>
                      <a:pt x="636132" y="636132"/>
                    </a:cubicBezTo>
                    <a:cubicBezTo>
                      <a:pt x="621899" y="650366"/>
                      <a:pt x="602400" y="658059"/>
                      <a:pt x="582282" y="657379"/>
                    </a:cubicBezTo>
                    <a:lnTo>
                      <a:pt x="567003" y="656863"/>
                    </a:lnTo>
                    <a:cubicBezTo>
                      <a:pt x="517617" y="655194"/>
                      <a:pt x="469920" y="674951"/>
                      <a:pt x="436178" y="711053"/>
                    </a:cubicBezTo>
                    <a:lnTo>
                      <a:pt x="425739" y="722222"/>
                    </a:lnTo>
                    <a:cubicBezTo>
                      <a:pt x="411995" y="736928"/>
                      <a:pt x="392767" y="745275"/>
                      <a:pt x="372638" y="745275"/>
                    </a:cubicBezTo>
                    <a:cubicBezTo>
                      <a:pt x="352509" y="745275"/>
                      <a:pt x="333281" y="736928"/>
                      <a:pt x="319537" y="722222"/>
                    </a:cubicBezTo>
                    <a:lnTo>
                      <a:pt x="309098" y="711053"/>
                    </a:lnTo>
                    <a:cubicBezTo>
                      <a:pt x="275356" y="674951"/>
                      <a:pt x="227659" y="655194"/>
                      <a:pt x="178273" y="656863"/>
                    </a:cubicBezTo>
                    <a:lnTo>
                      <a:pt x="162993" y="657379"/>
                    </a:lnTo>
                    <a:cubicBezTo>
                      <a:pt x="142876" y="658059"/>
                      <a:pt x="123377" y="650366"/>
                      <a:pt x="109143" y="636132"/>
                    </a:cubicBezTo>
                    <a:cubicBezTo>
                      <a:pt x="94910" y="621899"/>
                      <a:pt x="87217" y="602400"/>
                      <a:pt x="87896" y="582282"/>
                    </a:cubicBezTo>
                    <a:lnTo>
                      <a:pt x="88413" y="567003"/>
                    </a:lnTo>
                    <a:cubicBezTo>
                      <a:pt x="90082" y="517617"/>
                      <a:pt x="70325" y="469920"/>
                      <a:pt x="34223" y="436178"/>
                    </a:cubicBezTo>
                    <a:lnTo>
                      <a:pt x="23054" y="425740"/>
                    </a:lnTo>
                    <a:cubicBezTo>
                      <a:pt x="8348" y="411995"/>
                      <a:pt x="0" y="392767"/>
                      <a:pt x="0" y="372638"/>
                    </a:cubicBezTo>
                    <a:cubicBezTo>
                      <a:pt x="0" y="352509"/>
                      <a:pt x="8348" y="333281"/>
                      <a:pt x="23054" y="319537"/>
                    </a:cubicBezTo>
                    <a:lnTo>
                      <a:pt x="34223" y="309098"/>
                    </a:lnTo>
                    <a:cubicBezTo>
                      <a:pt x="70325" y="275356"/>
                      <a:pt x="90082" y="227659"/>
                      <a:pt x="88413" y="178273"/>
                    </a:cubicBezTo>
                    <a:lnTo>
                      <a:pt x="87896" y="162993"/>
                    </a:lnTo>
                    <a:cubicBezTo>
                      <a:pt x="87217" y="142876"/>
                      <a:pt x="94910" y="123377"/>
                      <a:pt x="109143" y="109143"/>
                    </a:cubicBezTo>
                    <a:cubicBezTo>
                      <a:pt x="123377" y="94910"/>
                      <a:pt x="142876" y="87217"/>
                      <a:pt x="162993" y="87896"/>
                    </a:cubicBezTo>
                    <a:lnTo>
                      <a:pt x="178273" y="88413"/>
                    </a:lnTo>
                    <a:cubicBezTo>
                      <a:pt x="227659" y="90082"/>
                      <a:pt x="275356" y="70325"/>
                      <a:pt x="309098" y="34223"/>
                    </a:cubicBezTo>
                    <a:lnTo>
                      <a:pt x="319537" y="23054"/>
                    </a:lnTo>
                    <a:cubicBezTo>
                      <a:pt x="333281" y="8348"/>
                      <a:pt x="352509" y="0"/>
                      <a:pt x="372638" y="0"/>
                    </a:cubicBezTo>
                    <a:cubicBezTo>
                      <a:pt x="392767" y="0"/>
                      <a:pt x="411995" y="8348"/>
                      <a:pt x="425740" y="2305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 cmpd="sng">
                <a:solidFill>
                  <a:srgbClr val="56126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2108;p14"/>
              <p:cNvSpPr txBox="1"/>
              <p:nvPr/>
            </p:nvSpPr>
            <p:spPr>
              <a:xfrm>
                <a:off x="127000" y="79375"/>
                <a:ext cx="558800" cy="606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2109" name="Google Shape;2109;p14"/>
          <p:cNvGrpSpPr/>
          <p:nvPr/>
        </p:nvGrpSpPr>
        <p:grpSpPr>
          <a:xfrm rot="-2307943">
            <a:off x="-138283" y="8042878"/>
            <a:ext cx="169260" cy="3266926"/>
            <a:chOff x="0" y="-47625"/>
            <a:chExt cx="44579" cy="860425"/>
          </a:xfrm>
        </p:grpSpPr>
        <p:sp>
          <p:nvSpPr>
            <p:cNvPr id="2110" name="Google Shape;2110;p14"/>
            <p:cNvSpPr/>
            <p:nvPr/>
          </p:nvSpPr>
          <p:spPr>
            <a:xfrm>
              <a:off x="0" y="0"/>
              <a:ext cx="44579" cy="812800"/>
            </a:xfrm>
            <a:custGeom>
              <a:avLst/>
              <a:gdLst/>
              <a:ahLst/>
              <a:cxnLst/>
              <a:rect l="l" t="t" r="r" b="b"/>
              <a:pathLst>
                <a:path w="44579" h="812800" extrusionOk="0">
                  <a:moveTo>
                    <a:pt x="22289" y="0"/>
                  </a:moveTo>
                  <a:lnTo>
                    <a:pt x="22289" y="0"/>
                  </a:lnTo>
                  <a:cubicBezTo>
                    <a:pt x="34599" y="0"/>
                    <a:pt x="44579" y="9979"/>
                    <a:pt x="44579" y="22289"/>
                  </a:cubicBezTo>
                  <a:lnTo>
                    <a:pt x="44579" y="790511"/>
                  </a:lnTo>
                  <a:cubicBezTo>
                    <a:pt x="44579" y="802821"/>
                    <a:pt x="34599" y="812800"/>
                    <a:pt x="22289" y="812800"/>
                  </a:cubicBezTo>
                  <a:lnTo>
                    <a:pt x="22289" y="812800"/>
                  </a:lnTo>
                  <a:cubicBezTo>
                    <a:pt x="9979" y="812800"/>
                    <a:pt x="0" y="802821"/>
                    <a:pt x="0" y="790511"/>
                  </a:cubicBezTo>
                  <a:lnTo>
                    <a:pt x="0" y="22289"/>
                  </a:lnTo>
                  <a:cubicBezTo>
                    <a:pt x="0" y="9979"/>
                    <a:pt x="9979" y="0"/>
                    <a:pt x="222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 cmpd="sng">
              <a:solidFill>
                <a:srgbClr val="CEA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14"/>
            <p:cNvSpPr txBox="1"/>
            <p:nvPr/>
          </p:nvSpPr>
          <p:spPr>
            <a:xfrm>
              <a:off x="0" y="-47625"/>
              <a:ext cx="44579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112" name="Google Shape;2112;p14"/>
          <p:cNvGrpSpPr/>
          <p:nvPr/>
        </p:nvGrpSpPr>
        <p:grpSpPr>
          <a:xfrm rot="-2307943">
            <a:off x="235726" y="8042878"/>
            <a:ext cx="169260" cy="3266926"/>
            <a:chOff x="0" y="-47625"/>
            <a:chExt cx="44579" cy="860425"/>
          </a:xfrm>
        </p:grpSpPr>
        <p:sp>
          <p:nvSpPr>
            <p:cNvPr id="2113" name="Google Shape;2113;p14"/>
            <p:cNvSpPr/>
            <p:nvPr/>
          </p:nvSpPr>
          <p:spPr>
            <a:xfrm>
              <a:off x="0" y="0"/>
              <a:ext cx="44579" cy="812800"/>
            </a:xfrm>
            <a:custGeom>
              <a:avLst/>
              <a:gdLst/>
              <a:ahLst/>
              <a:cxnLst/>
              <a:rect l="l" t="t" r="r" b="b"/>
              <a:pathLst>
                <a:path w="44579" h="812800" extrusionOk="0">
                  <a:moveTo>
                    <a:pt x="22289" y="0"/>
                  </a:moveTo>
                  <a:lnTo>
                    <a:pt x="22289" y="0"/>
                  </a:lnTo>
                  <a:cubicBezTo>
                    <a:pt x="34599" y="0"/>
                    <a:pt x="44579" y="9979"/>
                    <a:pt x="44579" y="22289"/>
                  </a:cubicBezTo>
                  <a:lnTo>
                    <a:pt x="44579" y="790511"/>
                  </a:lnTo>
                  <a:cubicBezTo>
                    <a:pt x="44579" y="802821"/>
                    <a:pt x="34599" y="812800"/>
                    <a:pt x="22289" y="812800"/>
                  </a:cubicBezTo>
                  <a:lnTo>
                    <a:pt x="22289" y="812800"/>
                  </a:lnTo>
                  <a:cubicBezTo>
                    <a:pt x="9979" y="812800"/>
                    <a:pt x="0" y="802821"/>
                    <a:pt x="0" y="790511"/>
                  </a:cubicBezTo>
                  <a:lnTo>
                    <a:pt x="0" y="22289"/>
                  </a:lnTo>
                  <a:cubicBezTo>
                    <a:pt x="0" y="9979"/>
                    <a:pt x="9979" y="0"/>
                    <a:pt x="222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 cmpd="sng">
              <a:solidFill>
                <a:srgbClr val="5612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14"/>
            <p:cNvSpPr txBox="1"/>
            <p:nvPr/>
          </p:nvSpPr>
          <p:spPr>
            <a:xfrm>
              <a:off x="0" y="-47625"/>
              <a:ext cx="44579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115" name="Google Shape;2115;p14"/>
          <p:cNvGrpSpPr/>
          <p:nvPr/>
        </p:nvGrpSpPr>
        <p:grpSpPr>
          <a:xfrm rot="5400000">
            <a:off x="18052248" y="3795958"/>
            <a:ext cx="1008000" cy="2695084"/>
            <a:chOff x="0" y="-47625"/>
            <a:chExt cx="280466" cy="709817"/>
          </a:xfrm>
        </p:grpSpPr>
        <p:sp>
          <p:nvSpPr>
            <p:cNvPr id="2116" name="Google Shape;2116;p14"/>
            <p:cNvSpPr/>
            <p:nvPr/>
          </p:nvSpPr>
          <p:spPr>
            <a:xfrm>
              <a:off x="0" y="0"/>
              <a:ext cx="280466" cy="662192"/>
            </a:xfrm>
            <a:prstGeom prst="roundRect">
              <a:avLst>
                <a:gd name="adj" fmla="val 16667"/>
              </a:avLst>
            </a:prstGeom>
            <a:solidFill>
              <a:srgbClr val="E2CBF6"/>
            </a:solidFill>
            <a:ln w="47625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14"/>
            <p:cNvSpPr/>
            <p:nvPr/>
          </p:nvSpPr>
          <p:spPr>
            <a:xfrm>
              <a:off x="0" y="-47625"/>
              <a:ext cx="280466" cy="709817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118" name="Google Shape;2118;p14"/>
          <p:cNvSpPr txBox="1"/>
          <p:nvPr/>
        </p:nvSpPr>
        <p:spPr>
          <a:xfrm>
            <a:off x="17226117" y="4862971"/>
            <a:ext cx="1142999" cy="527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3199" b="0" i="0" u="none" strike="noStrike" cap="none">
                <a:solidFill>
                  <a:srgbClr val="561269"/>
                </a:solidFill>
                <a:latin typeface="Lilita One"/>
                <a:ea typeface="Lilita One"/>
                <a:cs typeface="Lilita One"/>
                <a:sym typeface="Lilita One"/>
              </a:rPr>
              <a:t>‹nº›</a:t>
            </a:fld>
            <a:endParaRPr sz="3199" b="0" i="0" u="none" strike="noStrike" cap="none">
              <a:solidFill>
                <a:srgbClr val="561269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grpSp>
        <p:nvGrpSpPr>
          <p:cNvPr id="2119" name="Google Shape;2119;p14"/>
          <p:cNvGrpSpPr/>
          <p:nvPr/>
        </p:nvGrpSpPr>
        <p:grpSpPr>
          <a:xfrm>
            <a:off x="376598" y="150732"/>
            <a:ext cx="14649005" cy="1842261"/>
            <a:chOff x="0" y="-47625"/>
            <a:chExt cx="6794944" cy="854533"/>
          </a:xfrm>
        </p:grpSpPr>
        <p:sp>
          <p:nvSpPr>
            <p:cNvPr id="2120" name="Google Shape;2120;p14"/>
            <p:cNvSpPr/>
            <p:nvPr/>
          </p:nvSpPr>
          <p:spPr>
            <a:xfrm>
              <a:off x="0" y="0"/>
              <a:ext cx="6794944" cy="806908"/>
            </a:xfrm>
            <a:custGeom>
              <a:avLst/>
              <a:gdLst/>
              <a:ahLst/>
              <a:cxnLst/>
              <a:rect l="l" t="t" r="r" b="b"/>
              <a:pathLst>
                <a:path w="6794944" h="806908" extrusionOk="0">
                  <a:moveTo>
                    <a:pt x="6780674" y="0"/>
                  </a:moveTo>
                  <a:lnTo>
                    <a:pt x="14269" y="0"/>
                  </a:lnTo>
                  <a:cubicBezTo>
                    <a:pt x="6389" y="0"/>
                    <a:pt x="0" y="6389"/>
                    <a:pt x="0" y="14269"/>
                  </a:cubicBezTo>
                  <a:lnTo>
                    <a:pt x="0" y="610571"/>
                  </a:lnTo>
                  <a:cubicBezTo>
                    <a:pt x="0" y="618451"/>
                    <a:pt x="6389" y="624840"/>
                    <a:pt x="14269" y="624840"/>
                  </a:cubicBezTo>
                  <a:lnTo>
                    <a:pt x="143211" y="624840"/>
                  </a:lnTo>
                  <a:cubicBezTo>
                    <a:pt x="151091" y="624840"/>
                    <a:pt x="157480" y="631229"/>
                    <a:pt x="157480" y="639109"/>
                  </a:cubicBezTo>
                  <a:lnTo>
                    <a:pt x="157480" y="798531"/>
                  </a:lnTo>
                  <a:cubicBezTo>
                    <a:pt x="157480" y="801421"/>
                    <a:pt x="159043" y="804086"/>
                    <a:pt x="161565" y="805497"/>
                  </a:cubicBezTo>
                  <a:cubicBezTo>
                    <a:pt x="164088" y="806908"/>
                    <a:pt x="167176" y="806845"/>
                    <a:pt x="169640" y="805333"/>
                  </a:cubicBezTo>
                  <a:lnTo>
                    <a:pt x="451390" y="632307"/>
                  </a:lnTo>
                  <a:cubicBezTo>
                    <a:pt x="459341" y="627425"/>
                    <a:pt x="468489" y="624840"/>
                    <a:pt x="477819" y="624840"/>
                  </a:cubicBezTo>
                  <a:lnTo>
                    <a:pt x="6780674" y="624840"/>
                  </a:lnTo>
                  <a:cubicBezTo>
                    <a:pt x="6788555" y="624840"/>
                    <a:pt x="6794944" y="618451"/>
                    <a:pt x="6794944" y="610571"/>
                  </a:cubicBezTo>
                  <a:lnTo>
                    <a:pt x="6794944" y="14269"/>
                  </a:lnTo>
                  <a:cubicBezTo>
                    <a:pt x="6794944" y="6389"/>
                    <a:pt x="6788555" y="0"/>
                    <a:pt x="6780674" y="0"/>
                  </a:cubicBezTo>
                  <a:close/>
                </a:path>
              </a:pathLst>
            </a:custGeom>
            <a:solidFill>
              <a:srgbClr val="CEA8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14"/>
            <p:cNvSpPr txBox="1"/>
            <p:nvPr/>
          </p:nvSpPr>
          <p:spPr>
            <a:xfrm>
              <a:off x="0" y="-47625"/>
              <a:ext cx="6794944" cy="6699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122" name="Google Shape;2122;p14"/>
          <p:cNvGrpSpPr/>
          <p:nvPr/>
        </p:nvGrpSpPr>
        <p:grpSpPr>
          <a:xfrm>
            <a:off x="552424" y="289701"/>
            <a:ext cx="14824831" cy="1864525"/>
            <a:chOff x="0" y="-47625"/>
            <a:chExt cx="6794944" cy="854603"/>
          </a:xfrm>
        </p:grpSpPr>
        <p:sp>
          <p:nvSpPr>
            <p:cNvPr id="2123" name="Google Shape;2123;p14"/>
            <p:cNvSpPr/>
            <p:nvPr/>
          </p:nvSpPr>
          <p:spPr>
            <a:xfrm>
              <a:off x="0" y="0"/>
              <a:ext cx="6794944" cy="806978"/>
            </a:xfrm>
            <a:custGeom>
              <a:avLst/>
              <a:gdLst/>
              <a:ahLst/>
              <a:cxnLst/>
              <a:rect l="l" t="t" r="r" b="b"/>
              <a:pathLst>
                <a:path w="6794944" h="806978" extrusionOk="0">
                  <a:moveTo>
                    <a:pt x="6780844" y="0"/>
                  </a:moveTo>
                  <a:lnTo>
                    <a:pt x="14100" y="0"/>
                  </a:lnTo>
                  <a:cubicBezTo>
                    <a:pt x="10361" y="0"/>
                    <a:pt x="6774" y="1486"/>
                    <a:pt x="4130" y="4130"/>
                  </a:cubicBezTo>
                  <a:cubicBezTo>
                    <a:pt x="1486" y="6774"/>
                    <a:pt x="0" y="10361"/>
                    <a:pt x="0" y="14100"/>
                  </a:cubicBezTo>
                  <a:lnTo>
                    <a:pt x="0" y="610740"/>
                  </a:lnTo>
                  <a:cubicBezTo>
                    <a:pt x="0" y="618527"/>
                    <a:pt x="6313" y="624840"/>
                    <a:pt x="14100" y="624840"/>
                  </a:cubicBezTo>
                  <a:lnTo>
                    <a:pt x="143380" y="624840"/>
                  </a:lnTo>
                  <a:cubicBezTo>
                    <a:pt x="147119" y="624840"/>
                    <a:pt x="150706" y="626326"/>
                    <a:pt x="153350" y="628970"/>
                  </a:cubicBezTo>
                  <a:cubicBezTo>
                    <a:pt x="155994" y="631614"/>
                    <a:pt x="157480" y="635201"/>
                    <a:pt x="157480" y="638940"/>
                  </a:cubicBezTo>
                  <a:lnTo>
                    <a:pt x="157480" y="798700"/>
                  </a:lnTo>
                  <a:cubicBezTo>
                    <a:pt x="157480" y="801556"/>
                    <a:pt x="159024" y="804189"/>
                    <a:pt x="161517" y="805584"/>
                  </a:cubicBezTo>
                  <a:cubicBezTo>
                    <a:pt x="164010" y="806978"/>
                    <a:pt x="167061" y="806916"/>
                    <a:pt x="169495" y="805421"/>
                  </a:cubicBezTo>
                  <a:lnTo>
                    <a:pt x="451535" y="632219"/>
                  </a:lnTo>
                  <a:cubicBezTo>
                    <a:pt x="459391" y="627394"/>
                    <a:pt x="468431" y="624840"/>
                    <a:pt x="477650" y="624840"/>
                  </a:cubicBezTo>
                  <a:lnTo>
                    <a:pt x="6780844" y="624840"/>
                  </a:lnTo>
                  <a:cubicBezTo>
                    <a:pt x="6784584" y="624840"/>
                    <a:pt x="6788170" y="623354"/>
                    <a:pt x="6790814" y="620710"/>
                  </a:cubicBezTo>
                  <a:cubicBezTo>
                    <a:pt x="6793459" y="618066"/>
                    <a:pt x="6794944" y="614479"/>
                    <a:pt x="6794944" y="610740"/>
                  </a:cubicBezTo>
                  <a:lnTo>
                    <a:pt x="6794944" y="14100"/>
                  </a:lnTo>
                  <a:cubicBezTo>
                    <a:pt x="6794944" y="10361"/>
                    <a:pt x="6793459" y="6774"/>
                    <a:pt x="6790814" y="4130"/>
                  </a:cubicBezTo>
                  <a:cubicBezTo>
                    <a:pt x="6788170" y="1486"/>
                    <a:pt x="6784584" y="0"/>
                    <a:pt x="678084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rnd" cmpd="sng">
              <a:solidFill>
                <a:srgbClr val="5612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14"/>
            <p:cNvSpPr txBox="1"/>
            <p:nvPr/>
          </p:nvSpPr>
          <p:spPr>
            <a:xfrm>
              <a:off x="0" y="-47625"/>
              <a:ext cx="6794944" cy="6699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125" name="Google Shape;2125;p14"/>
          <p:cNvSpPr txBox="1">
            <a:spLocks noGrp="1"/>
          </p:cNvSpPr>
          <p:nvPr>
            <p:ph type="body" idx="2"/>
          </p:nvPr>
        </p:nvSpPr>
        <p:spPr>
          <a:xfrm>
            <a:off x="700548" y="593025"/>
            <a:ext cx="14099458" cy="833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561269"/>
              </a:buClr>
              <a:buSzPts val="5730"/>
              <a:buNone/>
              <a:defRPr sz="5730" cap="none">
                <a:solidFill>
                  <a:srgbClr val="561269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 userDrawn="1">
  <p:cSld name="Closing Slide">
    <p:bg>
      <p:bgPr>
        <a:solidFill>
          <a:schemeClr val="accent1"/>
        </a:solidFill>
        <a:effectLst/>
      </p:bgPr>
    </p:bg>
    <p:spTree>
      <p:nvGrpSpPr>
        <p:cNvPr id="1" name="Shape 2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9" name="Google Shape;2399;p16"/>
          <p:cNvSpPr/>
          <p:nvPr/>
        </p:nvSpPr>
        <p:spPr>
          <a:xfrm>
            <a:off x="12540343" y="3126465"/>
            <a:ext cx="1303157" cy="1303157"/>
          </a:xfrm>
          <a:custGeom>
            <a:avLst/>
            <a:gdLst/>
            <a:ahLst/>
            <a:cxnLst/>
            <a:rect l="l" t="t" r="r" b="b"/>
            <a:pathLst>
              <a:path w="3096683" h="3096683" extrusionOk="0">
                <a:moveTo>
                  <a:pt x="1548342" y="0"/>
                </a:moveTo>
                <a:cubicBezTo>
                  <a:pt x="693217" y="0"/>
                  <a:pt x="0" y="693217"/>
                  <a:pt x="0" y="1548342"/>
                </a:cubicBezTo>
                <a:cubicBezTo>
                  <a:pt x="0" y="2403466"/>
                  <a:pt x="693217" y="3096683"/>
                  <a:pt x="1548342" y="3096683"/>
                </a:cubicBezTo>
                <a:cubicBezTo>
                  <a:pt x="2403466" y="3096683"/>
                  <a:pt x="3096683" y="2403466"/>
                  <a:pt x="3096683" y="1548342"/>
                </a:cubicBezTo>
                <a:cubicBezTo>
                  <a:pt x="3096683" y="693217"/>
                  <a:pt x="2403466" y="0"/>
                  <a:pt x="1548342" y="0"/>
                </a:cubicBezTo>
                <a:close/>
                <a:moveTo>
                  <a:pt x="621781" y="1478666"/>
                </a:moveTo>
                <a:cubicBezTo>
                  <a:pt x="577809" y="1469299"/>
                  <a:pt x="549727" y="1426088"/>
                  <a:pt x="559033" y="1382099"/>
                </a:cubicBezTo>
                <a:cubicBezTo>
                  <a:pt x="605976" y="1162018"/>
                  <a:pt x="822442" y="1021661"/>
                  <a:pt x="1042523" y="1068604"/>
                </a:cubicBezTo>
                <a:cubicBezTo>
                  <a:pt x="1199704" y="1102130"/>
                  <a:pt x="1322496" y="1224918"/>
                  <a:pt x="1356021" y="1382099"/>
                </a:cubicBezTo>
                <a:cubicBezTo>
                  <a:pt x="1363690" y="1426446"/>
                  <a:pt x="1333957" y="1468614"/>
                  <a:pt x="1289610" y="1476287"/>
                </a:cubicBezTo>
                <a:cubicBezTo>
                  <a:pt x="1247621" y="1483548"/>
                  <a:pt x="1207128" y="1457234"/>
                  <a:pt x="1196705" y="1415918"/>
                </a:cubicBezTo>
                <a:cubicBezTo>
                  <a:pt x="1168749" y="1283824"/>
                  <a:pt x="1039007" y="1199403"/>
                  <a:pt x="906913" y="1227354"/>
                </a:cubicBezTo>
                <a:cubicBezTo>
                  <a:pt x="812293" y="1247377"/>
                  <a:pt x="738372" y="1321298"/>
                  <a:pt x="718349" y="1415918"/>
                </a:cubicBezTo>
                <a:cubicBezTo>
                  <a:pt x="708982" y="1459891"/>
                  <a:pt x="665771" y="1487973"/>
                  <a:pt x="621781" y="1478666"/>
                </a:cubicBezTo>
                <a:close/>
                <a:moveTo>
                  <a:pt x="2356332" y="2209239"/>
                </a:moveTo>
                <a:cubicBezTo>
                  <a:pt x="2013741" y="2655479"/>
                  <a:pt x="1374267" y="2739506"/>
                  <a:pt x="928027" y="2396914"/>
                </a:cubicBezTo>
                <a:cubicBezTo>
                  <a:pt x="857549" y="2342808"/>
                  <a:pt x="794458" y="2279713"/>
                  <a:pt x="740352" y="2209239"/>
                </a:cubicBezTo>
                <a:cubicBezTo>
                  <a:pt x="712897" y="2173570"/>
                  <a:pt x="719555" y="2122402"/>
                  <a:pt x="755224" y="2094947"/>
                </a:cubicBezTo>
                <a:cubicBezTo>
                  <a:pt x="790893" y="2067493"/>
                  <a:pt x="842062" y="2074150"/>
                  <a:pt x="869516" y="2109819"/>
                </a:cubicBezTo>
                <a:cubicBezTo>
                  <a:pt x="1157210" y="2484726"/>
                  <a:pt x="1694354" y="2555424"/>
                  <a:pt x="2069257" y="2267730"/>
                </a:cubicBezTo>
                <a:cubicBezTo>
                  <a:pt x="2128567" y="2222217"/>
                  <a:pt x="2181654" y="2169129"/>
                  <a:pt x="2227168" y="2109819"/>
                </a:cubicBezTo>
                <a:cubicBezTo>
                  <a:pt x="2254622" y="2074150"/>
                  <a:pt x="2305791" y="2067493"/>
                  <a:pt x="2341459" y="2094947"/>
                </a:cubicBezTo>
                <a:cubicBezTo>
                  <a:pt x="2377128" y="2122402"/>
                  <a:pt x="2383786" y="2173570"/>
                  <a:pt x="2356332" y="2209239"/>
                </a:cubicBezTo>
                <a:close/>
                <a:moveTo>
                  <a:pt x="2474902" y="1478666"/>
                </a:moveTo>
                <a:cubicBezTo>
                  <a:pt x="2430913" y="1487973"/>
                  <a:pt x="2387702" y="1459891"/>
                  <a:pt x="2378335" y="1415918"/>
                </a:cubicBezTo>
                <a:cubicBezTo>
                  <a:pt x="2350379" y="1283824"/>
                  <a:pt x="2220636" y="1199403"/>
                  <a:pt x="2088542" y="1227354"/>
                </a:cubicBezTo>
                <a:cubicBezTo>
                  <a:pt x="1993922" y="1247377"/>
                  <a:pt x="1920001" y="1321298"/>
                  <a:pt x="1899978" y="1415918"/>
                </a:cubicBezTo>
                <a:cubicBezTo>
                  <a:pt x="1888969" y="1459557"/>
                  <a:pt x="1844670" y="1486009"/>
                  <a:pt x="1801031" y="1475003"/>
                </a:cubicBezTo>
                <a:cubicBezTo>
                  <a:pt x="1759711" y="1464581"/>
                  <a:pt x="1733401" y="1424087"/>
                  <a:pt x="1740662" y="1382099"/>
                </a:cubicBezTo>
                <a:cubicBezTo>
                  <a:pt x="1787605" y="1162018"/>
                  <a:pt x="2004072" y="1021661"/>
                  <a:pt x="2224152" y="1068600"/>
                </a:cubicBezTo>
                <a:cubicBezTo>
                  <a:pt x="2381333" y="1102130"/>
                  <a:pt x="2504125" y="1224918"/>
                  <a:pt x="2537651" y="1382099"/>
                </a:cubicBezTo>
                <a:cubicBezTo>
                  <a:pt x="2546957" y="1426088"/>
                  <a:pt x="2518875" y="1469299"/>
                  <a:pt x="2474902" y="14786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00" name="Google Shape;2400;p16"/>
          <p:cNvSpPr txBox="1"/>
          <p:nvPr/>
        </p:nvSpPr>
        <p:spPr>
          <a:xfrm>
            <a:off x="8395291" y="4606611"/>
            <a:ext cx="549488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Lilita One"/>
              <a:buNone/>
            </a:pPr>
            <a:r>
              <a:rPr lang="en-US" sz="6000" b="1">
                <a:solidFill>
                  <a:schemeClr val="accent3"/>
                </a:solidFill>
                <a:latin typeface="Lilita One"/>
                <a:ea typeface="Lilita One"/>
                <a:cs typeface="Lilita One"/>
                <a:sym typeface="Lilita One"/>
              </a:rPr>
              <a:t>Questions?</a:t>
            </a:r>
            <a:endParaRPr sz="6000">
              <a:solidFill>
                <a:schemeClr val="accent3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cxnSp>
        <p:nvCxnSpPr>
          <p:cNvPr id="2401" name="Google Shape;2401;p16"/>
          <p:cNvCxnSpPr/>
          <p:nvPr/>
        </p:nvCxnSpPr>
        <p:spPr>
          <a:xfrm>
            <a:off x="3618000" y="5912031"/>
            <a:ext cx="11052000" cy="0"/>
          </a:xfrm>
          <a:prstGeom prst="straightConnector1">
            <a:avLst/>
          </a:prstGeom>
          <a:noFill/>
          <a:ln w="571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2402" name="Google Shape;2402;p16"/>
          <p:cNvGrpSpPr/>
          <p:nvPr/>
        </p:nvGrpSpPr>
        <p:grpSpPr>
          <a:xfrm>
            <a:off x="8489427" y="6481043"/>
            <a:ext cx="1326641" cy="728048"/>
            <a:chOff x="8468316" y="5985743"/>
            <a:chExt cx="1326641" cy="728048"/>
          </a:xfrm>
        </p:grpSpPr>
        <p:pic>
          <p:nvPicPr>
            <p:cNvPr id="2403" name="Google Shape;2403;p16" descr="User with solid fill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468316" y="5985743"/>
              <a:ext cx="728048" cy="7280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4" name="Google Shape;2404;p16"/>
            <p:cNvSpPr/>
            <p:nvPr/>
          </p:nvSpPr>
          <p:spPr>
            <a:xfrm>
              <a:off x="9223424" y="6048375"/>
              <a:ext cx="571533" cy="571533"/>
            </a:xfrm>
            <a:prstGeom prst="ellipse">
              <a:avLst/>
            </a:prstGeom>
            <a:solidFill>
              <a:schemeClr val="lt1"/>
            </a:solidFill>
            <a:ln w="5715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2405" name="Google Shape;2405;p16" descr="Envelope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21203" y="6629327"/>
            <a:ext cx="419662" cy="419662"/>
          </a:xfrm>
          <a:prstGeom prst="rect">
            <a:avLst/>
          </a:prstGeom>
          <a:noFill/>
          <a:ln>
            <a:noFill/>
          </a:ln>
        </p:spPr>
      </p:pic>
      <p:sp>
        <p:nvSpPr>
          <p:cNvPr id="2406" name="Google Shape;2406;p16"/>
          <p:cNvSpPr txBox="1">
            <a:spLocks noGrp="1"/>
          </p:cNvSpPr>
          <p:nvPr>
            <p:ph type="body" idx="1"/>
          </p:nvPr>
        </p:nvSpPr>
        <p:spPr>
          <a:xfrm>
            <a:off x="3690483" y="6527572"/>
            <a:ext cx="4673600" cy="623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7" name="Google Shape;2407;p16"/>
          <p:cNvSpPr txBox="1">
            <a:spLocks noGrp="1"/>
          </p:cNvSpPr>
          <p:nvPr>
            <p:ph type="body" idx="2"/>
          </p:nvPr>
        </p:nvSpPr>
        <p:spPr>
          <a:xfrm>
            <a:off x="10066338" y="6645073"/>
            <a:ext cx="460375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8" name="Google Shape;2408;p16"/>
          <p:cNvSpPr txBox="1"/>
          <p:nvPr/>
        </p:nvSpPr>
        <p:spPr>
          <a:xfrm>
            <a:off x="3493657" y="3046777"/>
            <a:ext cx="9717314" cy="168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0"/>
              <a:buFont typeface="Lilita One"/>
              <a:buNone/>
            </a:pPr>
            <a:r>
              <a:rPr lang="en-US" sz="11500" b="1" cap="none">
                <a:solidFill>
                  <a:schemeClr val="lt1"/>
                </a:solidFill>
                <a:latin typeface="Lilita One"/>
                <a:ea typeface="Lilita One"/>
                <a:cs typeface="Lilita One"/>
                <a:sym typeface="Lilita One"/>
              </a:rPr>
              <a:t>THANK YOU</a:t>
            </a:r>
            <a:endParaRPr sz="11500" b="1" cap="none">
              <a:solidFill>
                <a:schemeClr val="lt1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grpSp>
        <p:nvGrpSpPr>
          <p:cNvPr id="2409" name="Google Shape;2409;p16"/>
          <p:cNvGrpSpPr/>
          <p:nvPr/>
        </p:nvGrpSpPr>
        <p:grpSpPr>
          <a:xfrm rot="10800000">
            <a:off x="15247258" y="425085"/>
            <a:ext cx="2721433" cy="9393289"/>
            <a:chOff x="-58060" y="397618"/>
            <a:chExt cx="2721433" cy="9393289"/>
          </a:xfrm>
        </p:grpSpPr>
        <p:pic>
          <p:nvPicPr>
            <p:cNvPr id="2410" name="Google Shape;2410;p16"/>
            <p:cNvPicPr preferRelativeResize="0"/>
            <p:nvPr/>
          </p:nvPicPr>
          <p:blipFill rotWithShape="1">
            <a:blip r:embed="rId4">
              <a:alphaModFix/>
            </a:blip>
            <a:srcRect l="14819" r="14819"/>
            <a:stretch/>
          </p:blipFill>
          <p:spPr>
            <a:xfrm>
              <a:off x="36286" y="456406"/>
              <a:ext cx="2627087" cy="9334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1" name="Google Shape;2411;p16"/>
            <p:cNvPicPr preferRelativeResize="0"/>
            <p:nvPr/>
          </p:nvPicPr>
          <p:blipFill rotWithShape="1">
            <a:blip r:embed="rId5">
              <a:alphaModFix/>
            </a:blip>
            <a:srcRect l="13124" r="14350"/>
            <a:stretch/>
          </p:blipFill>
          <p:spPr>
            <a:xfrm>
              <a:off x="-58060" y="397618"/>
              <a:ext cx="2706920" cy="933528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12" name="Google Shape;2412;p16"/>
          <p:cNvGrpSpPr/>
          <p:nvPr/>
        </p:nvGrpSpPr>
        <p:grpSpPr>
          <a:xfrm>
            <a:off x="341083" y="483141"/>
            <a:ext cx="2721433" cy="9393289"/>
            <a:chOff x="-58060" y="397618"/>
            <a:chExt cx="2721433" cy="9393289"/>
          </a:xfrm>
        </p:grpSpPr>
        <p:pic>
          <p:nvPicPr>
            <p:cNvPr id="2413" name="Google Shape;2413;p16"/>
            <p:cNvPicPr preferRelativeResize="0"/>
            <p:nvPr/>
          </p:nvPicPr>
          <p:blipFill rotWithShape="1">
            <a:blip r:embed="rId4">
              <a:alphaModFix/>
            </a:blip>
            <a:srcRect l="14819" r="14819"/>
            <a:stretch/>
          </p:blipFill>
          <p:spPr>
            <a:xfrm>
              <a:off x="36286" y="456406"/>
              <a:ext cx="2627087" cy="9334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4" name="Google Shape;2414;p16"/>
            <p:cNvPicPr preferRelativeResize="0"/>
            <p:nvPr/>
          </p:nvPicPr>
          <p:blipFill rotWithShape="1">
            <a:blip r:embed="rId5">
              <a:alphaModFix/>
            </a:blip>
            <a:srcRect l="13124" r="14350"/>
            <a:stretch/>
          </p:blipFill>
          <p:spPr>
            <a:xfrm>
              <a:off x="-58060" y="397618"/>
              <a:ext cx="2706920" cy="933528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15" name="Google Shape;2415;p16"/>
          <p:cNvGrpSpPr/>
          <p:nvPr/>
        </p:nvGrpSpPr>
        <p:grpSpPr>
          <a:xfrm>
            <a:off x="2970245" y="9309712"/>
            <a:ext cx="147504" cy="147504"/>
            <a:chOff x="0" y="0"/>
            <a:chExt cx="812800" cy="812800"/>
          </a:xfrm>
        </p:grpSpPr>
        <p:sp>
          <p:nvSpPr>
            <p:cNvPr id="2416" name="Google Shape;2416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418" name="Google Shape;2418;p16"/>
          <p:cNvGrpSpPr/>
          <p:nvPr/>
        </p:nvGrpSpPr>
        <p:grpSpPr>
          <a:xfrm>
            <a:off x="3760171" y="9309712"/>
            <a:ext cx="147504" cy="147504"/>
            <a:chOff x="0" y="0"/>
            <a:chExt cx="812800" cy="812800"/>
          </a:xfrm>
        </p:grpSpPr>
        <p:sp>
          <p:nvSpPr>
            <p:cNvPr id="2419" name="Google Shape;2419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421" name="Google Shape;2421;p16"/>
          <p:cNvGrpSpPr/>
          <p:nvPr/>
        </p:nvGrpSpPr>
        <p:grpSpPr>
          <a:xfrm>
            <a:off x="3365208" y="9309712"/>
            <a:ext cx="147504" cy="147504"/>
            <a:chOff x="0" y="0"/>
            <a:chExt cx="812800" cy="812800"/>
          </a:xfrm>
        </p:grpSpPr>
        <p:sp>
          <p:nvSpPr>
            <p:cNvPr id="2422" name="Google Shape;2422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424" name="Google Shape;2424;p16"/>
          <p:cNvGrpSpPr/>
          <p:nvPr/>
        </p:nvGrpSpPr>
        <p:grpSpPr>
          <a:xfrm>
            <a:off x="4550097" y="9309712"/>
            <a:ext cx="147504" cy="147504"/>
            <a:chOff x="0" y="0"/>
            <a:chExt cx="812800" cy="812800"/>
          </a:xfrm>
        </p:grpSpPr>
        <p:sp>
          <p:nvSpPr>
            <p:cNvPr id="2425" name="Google Shape;2425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427" name="Google Shape;2427;p16"/>
          <p:cNvGrpSpPr/>
          <p:nvPr/>
        </p:nvGrpSpPr>
        <p:grpSpPr>
          <a:xfrm>
            <a:off x="4155134" y="9309712"/>
            <a:ext cx="147504" cy="147504"/>
            <a:chOff x="0" y="0"/>
            <a:chExt cx="812800" cy="812800"/>
          </a:xfrm>
        </p:grpSpPr>
        <p:sp>
          <p:nvSpPr>
            <p:cNvPr id="2428" name="Google Shape;2428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430" name="Google Shape;2430;p16"/>
          <p:cNvGrpSpPr/>
          <p:nvPr/>
        </p:nvGrpSpPr>
        <p:grpSpPr>
          <a:xfrm>
            <a:off x="5340023" y="9309712"/>
            <a:ext cx="147504" cy="147504"/>
            <a:chOff x="0" y="0"/>
            <a:chExt cx="812800" cy="812800"/>
          </a:xfrm>
        </p:grpSpPr>
        <p:sp>
          <p:nvSpPr>
            <p:cNvPr id="2431" name="Google Shape;2431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433" name="Google Shape;2433;p16"/>
          <p:cNvGrpSpPr/>
          <p:nvPr/>
        </p:nvGrpSpPr>
        <p:grpSpPr>
          <a:xfrm>
            <a:off x="4945060" y="9309712"/>
            <a:ext cx="147504" cy="147504"/>
            <a:chOff x="0" y="0"/>
            <a:chExt cx="812800" cy="812800"/>
          </a:xfrm>
        </p:grpSpPr>
        <p:sp>
          <p:nvSpPr>
            <p:cNvPr id="2434" name="Google Shape;2434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436" name="Google Shape;2436;p16"/>
          <p:cNvGrpSpPr/>
          <p:nvPr/>
        </p:nvGrpSpPr>
        <p:grpSpPr>
          <a:xfrm>
            <a:off x="6129949" y="9309712"/>
            <a:ext cx="147504" cy="147504"/>
            <a:chOff x="0" y="0"/>
            <a:chExt cx="812800" cy="812800"/>
          </a:xfrm>
        </p:grpSpPr>
        <p:sp>
          <p:nvSpPr>
            <p:cNvPr id="2437" name="Google Shape;2437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439" name="Google Shape;2439;p16"/>
          <p:cNvGrpSpPr/>
          <p:nvPr/>
        </p:nvGrpSpPr>
        <p:grpSpPr>
          <a:xfrm>
            <a:off x="5734986" y="9309712"/>
            <a:ext cx="147504" cy="147504"/>
            <a:chOff x="0" y="0"/>
            <a:chExt cx="812800" cy="812800"/>
          </a:xfrm>
        </p:grpSpPr>
        <p:sp>
          <p:nvSpPr>
            <p:cNvPr id="2440" name="Google Shape;2440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442" name="Google Shape;2442;p16"/>
          <p:cNvGrpSpPr/>
          <p:nvPr/>
        </p:nvGrpSpPr>
        <p:grpSpPr>
          <a:xfrm>
            <a:off x="6919875" y="9309712"/>
            <a:ext cx="147504" cy="147504"/>
            <a:chOff x="0" y="0"/>
            <a:chExt cx="812800" cy="812800"/>
          </a:xfrm>
        </p:grpSpPr>
        <p:sp>
          <p:nvSpPr>
            <p:cNvPr id="2443" name="Google Shape;2443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445" name="Google Shape;2445;p16"/>
          <p:cNvGrpSpPr/>
          <p:nvPr/>
        </p:nvGrpSpPr>
        <p:grpSpPr>
          <a:xfrm>
            <a:off x="6524912" y="9309712"/>
            <a:ext cx="147504" cy="147504"/>
            <a:chOff x="0" y="0"/>
            <a:chExt cx="812800" cy="812800"/>
          </a:xfrm>
        </p:grpSpPr>
        <p:sp>
          <p:nvSpPr>
            <p:cNvPr id="2446" name="Google Shape;2446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448" name="Google Shape;2448;p16"/>
          <p:cNvGrpSpPr/>
          <p:nvPr/>
        </p:nvGrpSpPr>
        <p:grpSpPr>
          <a:xfrm>
            <a:off x="7709801" y="9309712"/>
            <a:ext cx="147504" cy="147504"/>
            <a:chOff x="0" y="0"/>
            <a:chExt cx="812800" cy="812800"/>
          </a:xfrm>
        </p:grpSpPr>
        <p:sp>
          <p:nvSpPr>
            <p:cNvPr id="2449" name="Google Shape;2449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451" name="Google Shape;2451;p16"/>
          <p:cNvGrpSpPr/>
          <p:nvPr/>
        </p:nvGrpSpPr>
        <p:grpSpPr>
          <a:xfrm>
            <a:off x="7314838" y="9309712"/>
            <a:ext cx="147504" cy="147504"/>
            <a:chOff x="0" y="0"/>
            <a:chExt cx="812800" cy="812800"/>
          </a:xfrm>
        </p:grpSpPr>
        <p:sp>
          <p:nvSpPr>
            <p:cNvPr id="2452" name="Google Shape;2452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454" name="Google Shape;2454;p16"/>
          <p:cNvGrpSpPr/>
          <p:nvPr/>
        </p:nvGrpSpPr>
        <p:grpSpPr>
          <a:xfrm>
            <a:off x="8499727" y="9309712"/>
            <a:ext cx="147504" cy="147504"/>
            <a:chOff x="0" y="0"/>
            <a:chExt cx="812800" cy="812800"/>
          </a:xfrm>
        </p:grpSpPr>
        <p:sp>
          <p:nvSpPr>
            <p:cNvPr id="2455" name="Google Shape;2455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457" name="Google Shape;2457;p16"/>
          <p:cNvGrpSpPr/>
          <p:nvPr/>
        </p:nvGrpSpPr>
        <p:grpSpPr>
          <a:xfrm>
            <a:off x="8104764" y="9309712"/>
            <a:ext cx="147504" cy="147504"/>
            <a:chOff x="0" y="0"/>
            <a:chExt cx="812800" cy="812800"/>
          </a:xfrm>
        </p:grpSpPr>
        <p:sp>
          <p:nvSpPr>
            <p:cNvPr id="2458" name="Google Shape;2458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460" name="Google Shape;2460;p16"/>
          <p:cNvGrpSpPr/>
          <p:nvPr/>
        </p:nvGrpSpPr>
        <p:grpSpPr>
          <a:xfrm>
            <a:off x="9289653" y="9309712"/>
            <a:ext cx="147504" cy="147504"/>
            <a:chOff x="0" y="0"/>
            <a:chExt cx="812800" cy="812800"/>
          </a:xfrm>
        </p:grpSpPr>
        <p:sp>
          <p:nvSpPr>
            <p:cNvPr id="2461" name="Google Shape;2461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463" name="Google Shape;2463;p16"/>
          <p:cNvGrpSpPr/>
          <p:nvPr/>
        </p:nvGrpSpPr>
        <p:grpSpPr>
          <a:xfrm>
            <a:off x="8894690" y="9309712"/>
            <a:ext cx="147504" cy="147504"/>
            <a:chOff x="0" y="0"/>
            <a:chExt cx="812800" cy="812800"/>
          </a:xfrm>
        </p:grpSpPr>
        <p:sp>
          <p:nvSpPr>
            <p:cNvPr id="2464" name="Google Shape;2464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466" name="Google Shape;2466;p16"/>
          <p:cNvGrpSpPr/>
          <p:nvPr/>
        </p:nvGrpSpPr>
        <p:grpSpPr>
          <a:xfrm>
            <a:off x="10079579" y="9309712"/>
            <a:ext cx="147504" cy="147504"/>
            <a:chOff x="0" y="0"/>
            <a:chExt cx="812800" cy="812800"/>
          </a:xfrm>
        </p:grpSpPr>
        <p:sp>
          <p:nvSpPr>
            <p:cNvPr id="2467" name="Google Shape;2467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469" name="Google Shape;2469;p16"/>
          <p:cNvGrpSpPr/>
          <p:nvPr/>
        </p:nvGrpSpPr>
        <p:grpSpPr>
          <a:xfrm>
            <a:off x="9684616" y="9309712"/>
            <a:ext cx="147504" cy="147504"/>
            <a:chOff x="0" y="0"/>
            <a:chExt cx="812800" cy="812800"/>
          </a:xfrm>
        </p:grpSpPr>
        <p:sp>
          <p:nvSpPr>
            <p:cNvPr id="2470" name="Google Shape;2470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472" name="Google Shape;2472;p16"/>
          <p:cNvGrpSpPr/>
          <p:nvPr/>
        </p:nvGrpSpPr>
        <p:grpSpPr>
          <a:xfrm>
            <a:off x="10869505" y="9309712"/>
            <a:ext cx="147504" cy="147504"/>
            <a:chOff x="0" y="0"/>
            <a:chExt cx="812800" cy="812800"/>
          </a:xfrm>
        </p:grpSpPr>
        <p:sp>
          <p:nvSpPr>
            <p:cNvPr id="2473" name="Google Shape;2473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475" name="Google Shape;2475;p16"/>
          <p:cNvGrpSpPr/>
          <p:nvPr/>
        </p:nvGrpSpPr>
        <p:grpSpPr>
          <a:xfrm>
            <a:off x="10474542" y="9309712"/>
            <a:ext cx="147504" cy="147504"/>
            <a:chOff x="0" y="0"/>
            <a:chExt cx="812800" cy="812800"/>
          </a:xfrm>
        </p:grpSpPr>
        <p:sp>
          <p:nvSpPr>
            <p:cNvPr id="2476" name="Google Shape;2476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478" name="Google Shape;2478;p16"/>
          <p:cNvGrpSpPr/>
          <p:nvPr/>
        </p:nvGrpSpPr>
        <p:grpSpPr>
          <a:xfrm>
            <a:off x="11659431" y="9309712"/>
            <a:ext cx="147504" cy="147504"/>
            <a:chOff x="0" y="0"/>
            <a:chExt cx="812800" cy="812800"/>
          </a:xfrm>
        </p:grpSpPr>
        <p:sp>
          <p:nvSpPr>
            <p:cNvPr id="2479" name="Google Shape;2479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481" name="Google Shape;2481;p16"/>
          <p:cNvGrpSpPr/>
          <p:nvPr/>
        </p:nvGrpSpPr>
        <p:grpSpPr>
          <a:xfrm>
            <a:off x="11264468" y="9309712"/>
            <a:ext cx="147504" cy="147504"/>
            <a:chOff x="0" y="0"/>
            <a:chExt cx="812800" cy="812800"/>
          </a:xfrm>
        </p:grpSpPr>
        <p:sp>
          <p:nvSpPr>
            <p:cNvPr id="2482" name="Google Shape;2482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484" name="Google Shape;2484;p16"/>
          <p:cNvGrpSpPr/>
          <p:nvPr/>
        </p:nvGrpSpPr>
        <p:grpSpPr>
          <a:xfrm>
            <a:off x="12449357" y="9309712"/>
            <a:ext cx="147504" cy="147504"/>
            <a:chOff x="0" y="0"/>
            <a:chExt cx="812800" cy="812800"/>
          </a:xfrm>
        </p:grpSpPr>
        <p:sp>
          <p:nvSpPr>
            <p:cNvPr id="2485" name="Google Shape;2485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487" name="Google Shape;2487;p16"/>
          <p:cNvGrpSpPr/>
          <p:nvPr/>
        </p:nvGrpSpPr>
        <p:grpSpPr>
          <a:xfrm>
            <a:off x="12054394" y="9309712"/>
            <a:ext cx="147504" cy="147504"/>
            <a:chOff x="0" y="0"/>
            <a:chExt cx="812800" cy="812800"/>
          </a:xfrm>
        </p:grpSpPr>
        <p:sp>
          <p:nvSpPr>
            <p:cNvPr id="2488" name="Google Shape;2488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490" name="Google Shape;2490;p16"/>
          <p:cNvGrpSpPr/>
          <p:nvPr/>
        </p:nvGrpSpPr>
        <p:grpSpPr>
          <a:xfrm>
            <a:off x="13239283" y="9309712"/>
            <a:ext cx="147504" cy="147504"/>
            <a:chOff x="0" y="0"/>
            <a:chExt cx="812800" cy="812800"/>
          </a:xfrm>
        </p:grpSpPr>
        <p:sp>
          <p:nvSpPr>
            <p:cNvPr id="2491" name="Google Shape;2491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493" name="Google Shape;2493;p16"/>
          <p:cNvGrpSpPr/>
          <p:nvPr/>
        </p:nvGrpSpPr>
        <p:grpSpPr>
          <a:xfrm>
            <a:off x="12844320" y="9309712"/>
            <a:ext cx="147504" cy="147504"/>
            <a:chOff x="0" y="0"/>
            <a:chExt cx="812800" cy="812800"/>
          </a:xfrm>
        </p:grpSpPr>
        <p:sp>
          <p:nvSpPr>
            <p:cNvPr id="2494" name="Google Shape;2494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496" name="Google Shape;2496;p16"/>
          <p:cNvGrpSpPr/>
          <p:nvPr/>
        </p:nvGrpSpPr>
        <p:grpSpPr>
          <a:xfrm>
            <a:off x="14029209" y="9309712"/>
            <a:ext cx="147504" cy="147504"/>
            <a:chOff x="0" y="0"/>
            <a:chExt cx="812800" cy="812800"/>
          </a:xfrm>
        </p:grpSpPr>
        <p:sp>
          <p:nvSpPr>
            <p:cNvPr id="2497" name="Google Shape;2497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499" name="Google Shape;2499;p16"/>
          <p:cNvGrpSpPr/>
          <p:nvPr/>
        </p:nvGrpSpPr>
        <p:grpSpPr>
          <a:xfrm>
            <a:off x="13634246" y="9309712"/>
            <a:ext cx="147504" cy="147504"/>
            <a:chOff x="0" y="0"/>
            <a:chExt cx="812800" cy="812800"/>
          </a:xfrm>
        </p:grpSpPr>
        <p:sp>
          <p:nvSpPr>
            <p:cNvPr id="2500" name="Google Shape;2500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02" name="Google Shape;2502;p16"/>
          <p:cNvGrpSpPr/>
          <p:nvPr/>
        </p:nvGrpSpPr>
        <p:grpSpPr>
          <a:xfrm>
            <a:off x="14820237" y="9309712"/>
            <a:ext cx="147504" cy="147504"/>
            <a:chOff x="0" y="0"/>
            <a:chExt cx="812800" cy="812800"/>
          </a:xfrm>
        </p:grpSpPr>
        <p:sp>
          <p:nvSpPr>
            <p:cNvPr id="2503" name="Google Shape;2503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05" name="Google Shape;2505;p16"/>
          <p:cNvGrpSpPr/>
          <p:nvPr/>
        </p:nvGrpSpPr>
        <p:grpSpPr>
          <a:xfrm>
            <a:off x="14424172" y="9309712"/>
            <a:ext cx="147504" cy="147504"/>
            <a:chOff x="0" y="0"/>
            <a:chExt cx="812800" cy="812800"/>
          </a:xfrm>
        </p:grpSpPr>
        <p:sp>
          <p:nvSpPr>
            <p:cNvPr id="2506" name="Google Shape;2506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08" name="Google Shape;2508;p16"/>
          <p:cNvGrpSpPr/>
          <p:nvPr/>
        </p:nvGrpSpPr>
        <p:grpSpPr>
          <a:xfrm>
            <a:off x="15561748" y="9309712"/>
            <a:ext cx="147504" cy="147504"/>
            <a:chOff x="0" y="0"/>
            <a:chExt cx="812800" cy="812800"/>
          </a:xfrm>
        </p:grpSpPr>
        <p:sp>
          <p:nvSpPr>
            <p:cNvPr id="2509" name="Google Shape;2509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11" name="Google Shape;2511;p16"/>
          <p:cNvGrpSpPr/>
          <p:nvPr/>
        </p:nvGrpSpPr>
        <p:grpSpPr>
          <a:xfrm>
            <a:off x="15214012" y="9309712"/>
            <a:ext cx="147504" cy="147504"/>
            <a:chOff x="0" y="0"/>
            <a:chExt cx="812800" cy="812800"/>
          </a:xfrm>
        </p:grpSpPr>
        <p:sp>
          <p:nvSpPr>
            <p:cNvPr id="2512" name="Google Shape;2512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14" name="Google Shape;2514;p16"/>
          <p:cNvGrpSpPr/>
          <p:nvPr/>
        </p:nvGrpSpPr>
        <p:grpSpPr>
          <a:xfrm>
            <a:off x="2970149" y="866069"/>
            <a:ext cx="147600" cy="147600"/>
            <a:chOff x="0" y="0"/>
            <a:chExt cx="812800" cy="812800"/>
          </a:xfrm>
        </p:grpSpPr>
        <p:sp>
          <p:nvSpPr>
            <p:cNvPr id="2515" name="Google Shape;2515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17" name="Google Shape;2517;p16"/>
          <p:cNvGrpSpPr/>
          <p:nvPr/>
        </p:nvGrpSpPr>
        <p:grpSpPr>
          <a:xfrm>
            <a:off x="2576643" y="866069"/>
            <a:ext cx="147600" cy="147600"/>
            <a:chOff x="0" y="0"/>
            <a:chExt cx="812800" cy="812800"/>
          </a:xfrm>
        </p:grpSpPr>
        <p:sp>
          <p:nvSpPr>
            <p:cNvPr id="2518" name="Google Shape;2518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20" name="Google Shape;2520;p16"/>
          <p:cNvGrpSpPr/>
          <p:nvPr/>
        </p:nvGrpSpPr>
        <p:grpSpPr>
          <a:xfrm>
            <a:off x="3760075" y="866069"/>
            <a:ext cx="147600" cy="147600"/>
            <a:chOff x="0" y="0"/>
            <a:chExt cx="812800" cy="812800"/>
          </a:xfrm>
        </p:grpSpPr>
        <p:sp>
          <p:nvSpPr>
            <p:cNvPr id="2521" name="Google Shape;2521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23" name="Google Shape;2523;p16"/>
          <p:cNvGrpSpPr/>
          <p:nvPr/>
        </p:nvGrpSpPr>
        <p:grpSpPr>
          <a:xfrm>
            <a:off x="3365112" y="866069"/>
            <a:ext cx="147600" cy="147600"/>
            <a:chOff x="0" y="0"/>
            <a:chExt cx="812800" cy="812800"/>
          </a:xfrm>
        </p:grpSpPr>
        <p:sp>
          <p:nvSpPr>
            <p:cNvPr id="2524" name="Google Shape;2524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26" name="Google Shape;2526;p16"/>
          <p:cNvGrpSpPr/>
          <p:nvPr/>
        </p:nvGrpSpPr>
        <p:grpSpPr>
          <a:xfrm>
            <a:off x="4550001" y="866069"/>
            <a:ext cx="147600" cy="147600"/>
            <a:chOff x="0" y="0"/>
            <a:chExt cx="812800" cy="812800"/>
          </a:xfrm>
        </p:grpSpPr>
        <p:sp>
          <p:nvSpPr>
            <p:cNvPr id="2527" name="Google Shape;2527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29" name="Google Shape;2529;p16"/>
          <p:cNvGrpSpPr/>
          <p:nvPr/>
        </p:nvGrpSpPr>
        <p:grpSpPr>
          <a:xfrm>
            <a:off x="4155038" y="866069"/>
            <a:ext cx="147600" cy="147600"/>
            <a:chOff x="0" y="0"/>
            <a:chExt cx="812800" cy="812800"/>
          </a:xfrm>
        </p:grpSpPr>
        <p:sp>
          <p:nvSpPr>
            <p:cNvPr id="2530" name="Google Shape;2530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32" name="Google Shape;2532;p16"/>
          <p:cNvGrpSpPr/>
          <p:nvPr/>
        </p:nvGrpSpPr>
        <p:grpSpPr>
          <a:xfrm>
            <a:off x="5339927" y="866069"/>
            <a:ext cx="147600" cy="147600"/>
            <a:chOff x="0" y="0"/>
            <a:chExt cx="812800" cy="812800"/>
          </a:xfrm>
        </p:grpSpPr>
        <p:sp>
          <p:nvSpPr>
            <p:cNvPr id="2533" name="Google Shape;2533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35" name="Google Shape;2535;p16"/>
          <p:cNvGrpSpPr/>
          <p:nvPr/>
        </p:nvGrpSpPr>
        <p:grpSpPr>
          <a:xfrm>
            <a:off x="4944964" y="866069"/>
            <a:ext cx="147600" cy="147600"/>
            <a:chOff x="0" y="0"/>
            <a:chExt cx="812800" cy="812800"/>
          </a:xfrm>
        </p:grpSpPr>
        <p:sp>
          <p:nvSpPr>
            <p:cNvPr id="2536" name="Google Shape;2536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38" name="Google Shape;2538;p16"/>
          <p:cNvGrpSpPr/>
          <p:nvPr/>
        </p:nvGrpSpPr>
        <p:grpSpPr>
          <a:xfrm>
            <a:off x="6129853" y="866069"/>
            <a:ext cx="147600" cy="147600"/>
            <a:chOff x="0" y="0"/>
            <a:chExt cx="812800" cy="812800"/>
          </a:xfrm>
        </p:grpSpPr>
        <p:sp>
          <p:nvSpPr>
            <p:cNvPr id="2539" name="Google Shape;2539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41" name="Google Shape;2541;p16"/>
          <p:cNvGrpSpPr/>
          <p:nvPr/>
        </p:nvGrpSpPr>
        <p:grpSpPr>
          <a:xfrm>
            <a:off x="5734890" y="866069"/>
            <a:ext cx="147600" cy="147600"/>
            <a:chOff x="0" y="0"/>
            <a:chExt cx="812800" cy="812800"/>
          </a:xfrm>
        </p:grpSpPr>
        <p:sp>
          <p:nvSpPr>
            <p:cNvPr id="2542" name="Google Shape;2542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44" name="Google Shape;2544;p16"/>
          <p:cNvGrpSpPr/>
          <p:nvPr/>
        </p:nvGrpSpPr>
        <p:grpSpPr>
          <a:xfrm>
            <a:off x="6919779" y="866069"/>
            <a:ext cx="147600" cy="147600"/>
            <a:chOff x="0" y="0"/>
            <a:chExt cx="812800" cy="812800"/>
          </a:xfrm>
        </p:grpSpPr>
        <p:sp>
          <p:nvSpPr>
            <p:cNvPr id="2545" name="Google Shape;2545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47" name="Google Shape;2547;p16"/>
          <p:cNvGrpSpPr/>
          <p:nvPr/>
        </p:nvGrpSpPr>
        <p:grpSpPr>
          <a:xfrm>
            <a:off x="6524816" y="866069"/>
            <a:ext cx="147600" cy="147600"/>
            <a:chOff x="0" y="0"/>
            <a:chExt cx="812800" cy="812800"/>
          </a:xfrm>
        </p:grpSpPr>
        <p:sp>
          <p:nvSpPr>
            <p:cNvPr id="2548" name="Google Shape;2548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50" name="Google Shape;2550;p16"/>
          <p:cNvGrpSpPr/>
          <p:nvPr/>
        </p:nvGrpSpPr>
        <p:grpSpPr>
          <a:xfrm>
            <a:off x="7709705" y="866069"/>
            <a:ext cx="147600" cy="147600"/>
            <a:chOff x="0" y="0"/>
            <a:chExt cx="812800" cy="812800"/>
          </a:xfrm>
        </p:grpSpPr>
        <p:sp>
          <p:nvSpPr>
            <p:cNvPr id="2551" name="Google Shape;2551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53" name="Google Shape;2553;p16"/>
          <p:cNvGrpSpPr/>
          <p:nvPr/>
        </p:nvGrpSpPr>
        <p:grpSpPr>
          <a:xfrm>
            <a:off x="7314742" y="866069"/>
            <a:ext cx="147600" cy="147600"/>
            <a:chOff x="0" y="0"/>
            <a:chExt cx="812800" cy="812800"/>
          </a:xfrm>
        </p:grpSpPr>
        <p:sp>
          <p:nvSpPr>
            <p:cNvPr id="2554" name="Google Shape;2554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56" name="Google Shape;2556;p16"/>
          <p:cNvGrpSpPr/>
          <p:nvPr/>
        </p:nvGrpSpPr>
        <p:grpSpPr>
          <a:xfrm>
            <a:off x="8499631" y="866069"/>
            <a:ext cx="147600" cy="147600"/>
            <a:chOff x="0" y="0"/>
            <a:chExt cx="812800" cy="812800"/>
          </a:xfrm>
        </p:grpSpPr>
        <p:sp>
          <p:nvSpPr>
            <p:cNvPr id="2557" name="Google Shape;2557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59" name="Google Shape;2559;p16"/>
          <p:cNvGrpSpPr/>
          <p:nvPr/>
        </p:nvGrpSpPr>
        <p:grpSpPr>
          <a:xfrm>
            <a:off x="8104668" y="866069"/>
            <a:ext cx="147600" cy="147600"/>
            <a:chOff x="0" y="0"/>
            <a:chExt cx="812800" cy="812800"/>
          </a:xfrm>
        </p:grpSpPr>
        <p:sp>
          <p:nvSpPr>
            <p:cNvPr id="2560" name="Google Shape;2560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62" name="Google Shape;2562;p16"/>
          <p:cNvGrpSpPr/>
          <p:nvPr/>
        </p:nvGrpSpPr>
        <p:grpSpPr>
          <a:xfrm>
            <a:off x="9289557" y="866069"/>
            <a:ext cx="147600" cy="147600"/>
            <a:chOff x="0" y="0"/>
            <a:chExt cx="812800" cy="812800"/>
          </a:xfrm>
        </p:grpSpPr>
        <p:sp>
          <p:nvSpPr>
            <p:cNvPr id="2563" name="Google Shape;2563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65" name="Google Shape;2565;p16"/>
          <p:cNvGrpSpPr/>
          <p:nvPr/>
        </p:nvGrpSpPr>
        <p:grpSpPr>
          <a:xfrm>
            <a:off x="8894594" y="866069"/>
            <a:ext cx="147600" cy="147600"/>
            <a:chOff x="0" y="0"/>
            <a:chExt cx="812800" cy="812800"/>
          </a:xfrm>
        </p:grpSpPr>
        <p:sp>
          <p:nvSpPr>
            <p:cNvPr id="2566" name="Google Shape;2566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68" name="Google Shape;2568;p16"/>
          <p:cNvGrpSpPr/>
          <p:nvPr/>
        </p:nvGrpSpPr>
        <p:grpSpPr>
          <a:xfrm>
            <a:off x="10079483" y="866069"/>
            <a:ext cx="147600" cy="147600"/>
            <a:chOff x="0" y="0"/>
            <a:chExt cx="812800" cy="812800"/>
          </a:xfrm>
        </p:grpSpPr>
        <p:sp>
          <p:nvSpPr>
            <p:cNvPr id="2569" name="Google Shape;2569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71" name="Google Shape;2571;p16"/>
          <p:cNvGrpSpPr/>
          <p:nvPr/>
        </p:nvGrpSpPr>
        <p:grpSpPr>
          <a:xfrm>
            <a:off x="9684520" y="866069"/>
            <a:ext cx="147600" cy="147600"/>
            <a:chOff x="0" y="0"/>
            <a:chExt cx="812800" cy="812800"/>
          </a:xfrm>
        </p:grpSpPr>
        <p:sp>
          <p:nvSpPr>
            <p:cNvPr id="2572" name="Google Shape;2572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74" name="Google Shape;2574;p16"/>
          <p:cNvGrpSpPr/>
          <p:nvPr/>
        </p:nvGrpSpPr>
        <p:grpSpPr>
          <a:xfrm>
            <a:off x="10869409" y="866069"/>
            <a:ext cx="147600" cy="147600"/>
            <a:chOff x="0" y="0"/>
            <a:chExt cx="812800" cy="812800"/>
          </a:xfrm>
        </p:grpSpPr>
        <p:sp>
          <p:nvSpPr>
            <p:cNvPr id="2575" name="Google Shape;2575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77" name="Google Shape;2577;p16"/>
          <p:cNvGrpSpPr/>
          <p:nvPr/>
        </p:nvGrpSpPr>
        <p:grpSpPr>
          <a:xfrm>
            <a:off x="10474446" y="866069"/>
            <a:ext cx="147600" cy="147600"/>
            <a:chOff x="0" y="0"/>
            <a:chExt cx="812800" cy="812800"/>
          </a:xfrm>
        </p:grpSpPr>
        <p:sp>
          <p:nvSpPr>
            <p:cNvPr id="2578" name="Google Shape;2578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80" name="Google Shape;2580;p16"/>
          <p:cNvGrpSpPr/>
          <p:nvPr/>
        </p:nvGrpSpPr>
        <p:grpSpPr>
          <a:xfrm>
            <a:off x="11659335" y="866069"/>
            <a:ext cx="147600" cy="147600"/>
            <a:chOff x="0" y="0"/>
            <a:chExt cx="812800" cy="812800"/>
          </a:xfrm>
        </p:grpSpPr>
        <p:sp>
          <p:nvSpPr>
            <p:cNvPr id="2581" name="Google Shape;2581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83" name="Google Shape;2583;p16"/>
          <p:cNvGrpSpPr/>
          <p:nvPr/>
        </p:nvGrpSpPr>
        <p:grpSpPr>
          <a:xfrm>
            <a:off x="11264372" y="866069"/>
            <a:ext cx="147600" cy="147600"/>
            <a:chOff x="0" y="0"/>
            <a:chExt cx="812800" cy="812800"/>
          </a:xfrm>
        </p:grpSpPr>
        <p:sp>
          <p:nvSpPr>
            <p:cNvPr id="2584" name="Google Shape;2584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86" name="Google Shape;2586;p16"/>
          <p:cNvGrpSpPr/>
          <p:nvPr/>
        </p:nvGrpSpPr>
        <p:grpSpPr>
          <a:xfrm>
            <a:off x="12449261" y="866069"/>
            <a:ext cx="147600" cy="147600"/>
            <a:chOff x="0" y="0"/>
            <a:chExt cx="812800" cy="812800"/>
          </a:xfrm>
        </p:grpSpPr>
        <p:sp>
          <p:nvSpPr>
            <p:cNvPr id="2587" name="Google Shape;2587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89" name="Google Shape;2589;p16"/>
          <p:cNvGrpSpPr/>
          <p:nvPr/>
        </p:nvGrpSpPr>
        <p:grpSpPr>
          <a:xfrm>
            <a:off x="12054298" y="866069"/>
            <a:ext cx="147600" cy="147600"/>
            <a:chOff x="0" y="0"/>
            <a:chExt cx="812800" cy="812800"/>
          </a:xfrm>
        </p:grpSpPr>
        <p:sp>
          <p:nvSpPr>
            <p:cNvPr id="2590" name="Google Shape;2590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92" name="Google Shape;2592;p16"/>
          <p:cNvGrpSpPr/>
          <p:nvPr/>
        </p:nvGrpSpPr>
        <p:grpSpPr>
          <a:xfrm>
            <a:off x="13239187" y="866069"/>
            <a:ext cx="147600" cy="147600"/>
            <a:chOff x="0" y="0"/>
            <a:chExt cx="812800" cy="812800"/>
          </a:xfrm>
        </p:grpSpPr>
        <p:sp>
          <p:nvSpPr>
            <p:cNvPr id="2593" name="Google Shape;2593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95" name="Google Shape;2595;p16"/>
          <p:cNvGrpSpPr/>
          <p:nvPr/>
        </p:nvGrpSpPr>
        <p:grpSpPr>
          <a:xfrm>
            <a:off x="12844224" y="866069"/>
            <a:ext cx="147600" cy="147600"/>
            <a:chOff x="0" y="0"/>
            <a:chExt cx="812800" cy="812800"/>
          </a:xfrm>
        </p:grpSpPr>
        <p:sp>
          <p:nvSpPr>
            <p:cNvPr id="2596" name="Google Shape;2596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598" name="Google Shape;2598;p16"/>
          <p:cNvGrpSpPr/>
          <p:nvPr/>
        </p:nvGrpSpPr>
        <p:grpSpPr>
          <a:xfrm>
            <a:off x="14029113" y="866069"/>
            <a:ext cx="147600" cy="147600"/>
            <a:chOff x="0" y="0"/>
            <a:chExt cx="812800" cy="812800"/>
          </a:xfrm>
        </p:grpSpPr>
        <p:sp>
          <p:nvSpPr>
            <p:cNvPr id="2599" name="Google Shape;2599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601" name="Google Shape;2601;p16"/>
          <p:cNvGrpSpPr/>
          <p:nvPr/>
        </p:nvGrpSpPr>
        <p:grpSpPr>
          <a:xfrm>
            <a:off x="13634150" y="866069"/>
            <a:ext cx="147600" cy="147600"/>
            <a:chOff x="0" y="0"/>
            <a:chExt cx="812800" cy="812800"/>
          </a:xfrm>
        </p:grpSpPr>
        <p:sp>
          <p:nvSpPr>
            <p:cNvPr id="2602" name="Google Shape;2602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604" name="Google Shape;2604;p16"/>
          <p:cNvGrpSpPr/>
          <p:nvPr/>
        </p:nvGrpSpPr>
        <p:grpSpPr>
          <a:xfrm>
            <a:off x="14820141" y="866069"/>
            <a:ext cx="147600" cy="147600"/>
            <a:chOff x="0" y="0"/>
            <a:chExt cx="812800" cy="812800"/>
          </a:xfrm>
        </p:grpSpPr>
        <p:sp>
          <p:nvSpPr>
            <p:cNvPr id="2605" name="Google Shape;2605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607" name="Google Shape;2607;p16"/>
          <p:cNvGrpSpPr/>
          <p:nvPr/>
        </p:nvGrpSpPr>
        <p:grpSpPr>
          <a:xfrm>
            <a:off x="14424076" y="866069"/>
            <a:ext cx="147600" cy="147600"/>
            <a:chOff x="0" y="0"/>
            <a:chExt cx="812800" cy="812800"/>
          </a:xfrm>
        </p:grpSpPr>
        <p:sp>
          <p:nvSpPr>
            <p:cNvPr id="2608" name="Google Shape;2608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610" name="Google Shape;2610;p16"/>
          <p:cNvGrpSpPr/>
          <p:nvPr/>
        </p:nvGrpSpPr>
        <p:grpSpPr>
          <a:xfrm>
            <a:off x="15214012" y="866069"/>
            <a:ext cx="147600" cy="147600"/>
            <a:chOff x="0" y="0"/>
            <a:chExt cx="812800" cy="812800"/>
          </a:xfrm>
        </p:grpSpPr>
        <p:sp>
          <p:nvSpPr>
            <p:cNvPr id="2611" name="Google Shape;2611;p16"/>
            <p:cNvSpPr/>
            <p:nvPr/>
          </p:nvSpPr>
          <p:spPr>
            <a:xfrm>
              <a:off x="0" y="0"/>
              <a:ext cx="812800" cy="81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16"/>
            <p:cNvSpPr/>
            <p:nvPr/>
          </p:nvSpPr>
          <p:spPr>
            <a:xfrm>
              <a:off x="76200" y="28575"/>
              <a:ext cx="660400" cy="7080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7775" tIns="67775" rIns="67775" bIns="67775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613" name="Google Shape;2613;p16"/>
          <p:cNvSpPr/>
          <p:nvPr/>
        </p:nvSpPr>
        <p:spPr>
          <a:xfrm>
            <a:off x="2576643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14" name="Google Shape;2614;p16"/>
          <p:cNvSpPr/>
          <p:nvPr/>
        </p:nvSpPr>
        <p:spPr>
          <a:xfrm>
            <a:off x="2970149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15" name="Google Shape;2615;p16"/>
          <p:cNvSpPr/>
          <p:nvPr/>
        </p:nvSpPr>
        <p:spPr>
          <a:xfrm>
            <a:off x="3365112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16" name="Google Shape;2616;p16"/>
          <p:cNvSpPr/>
          <p:nvPr/>
        </p:nvSpPr>
        <p:spPr>
          <a:xfrm>
            <a:off x="3760075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17" name="Google Shape;2617;p16"/>
          <p:cNvSpPr/>
          <p:nvPr/>
        </p:nvSpPr>
        <p:spPr>
          <a:xfrm>
            <a:off x="4155038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18" name="Google Shape;2618;p16"/>
          <p:cNvSpPr/>
          <p:nvPr/>
        </p:nvSpPr>
        <p:spPr>
          <a:xfrm>
            <a:off x="4550001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19" name="Google Shape;2619;p16"/>
          <p:cNvSpPr/>
          <p:nvPr/>
        </p:nvSpPr>
        <p:spPr>
          <a:xfrm>
            <a:off x="4944964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20" name="Google Shape;2620;p16"/>
          <p:cNvSpPr/>
          <p:nvPr/>
        </p:nvSpPr>
        <p:spPr>
          <a:xfrm>
            <a:off x="5339927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21" name="Google Shape;2621;p16"/>
          <p:cNvSpPr/>
          <p:nvPr/>
        </p:nvSpPr>
        <p:spPr>
          <a:xfrm>
            <a:off x="5734890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22" name="Google Shape;2622;p16"/>
          <p:cNvSpPr/>
          <p:nvPr/>
        </p:nvSpPr>
        <p:spPr>
          <a:xfrm>
            <a:off x="6128396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23" name="Google Shape;2623;p16"/>
          <p:cNvSpPr/>
          <p:nvPr/>
        </p:nvSpPr>
        <p:spPr>
          <a:xfrm>
            <a:off x="6523359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24" name="Google Shape;2624;p16"/>
          <p:cNvSpPr/>
          <p:nvPr/>
        </p:nvSpPr>
        <p:spPr>
          <a:xfrm>
            <a:off x="6918322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25" name="Google Shape;2625;p16"/>
          <p:cNvSpPr/>
          <p:nvPr/>
        </p:nvSpPr>
        <p:spPr>
          <a:xfrm>
            <a:off x="7313285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26" name="Google Shape;2626;p16"/>
          <p:cNvSpPr/>
          <p:nvPr/>
        </p:nvSpPr>
        <p:spPr>
          <a:xfrm>
            <a:off x="7708248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27" name="Google Shape;2627;p16"/>
          <p:cNvSpPr/>
          <p:nvPr/>
        </p:nvSpPr>
        <p:spPr>
          <a:xfrm>
            <a:off x="8103211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28" name="Google Shape;2628;p16"/>
          <p:cNvSpPr/>
          <p:nvPr/>
        </p:nvSpPr>
        <p:spPr>
          <a:xfrm>
            <a:off x="8498174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29" name="Google Shape;2629;p16"/>
          <p:cNvSpPr/>
          <p:nvPr/>
        </p:nvSpPr>
        <p:spPr>
          <a:xfrm>
            <a:off x="8893137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30" name="Google Shape;2630;p16"/>
          <p:cNvSpPr/>
          <p:nvPr/>
        </p:nvSpPr>
        <p:spPr>
          <a:xfrm>
            <a:off x="9286643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31" name="Google Shape;2631;p16"/>
          <p:cNvSpPr/>
          <p:nvPr/>
        </p:nvSpPr>
        <p:spPr>
          <a:xfrm>
            <a:off x="9681606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32" name="Google Shape;2632;p16"/>
          <p:cNvSpPr/>
          <p:nvPr/>
        </p:nvSpPr>
        <p:spPr>
          <a:xfrm>
            <a:off x="10076569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33" name="Google Shape;2633;p16"/>
          <p:cNvSpPr/>
          <p:nvPr/>
        </p:nvSpPr>
        <p:spPr>
          <a:xfrm>
            <a:off x="10471532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34" name="Google Shape;2634;p16"/>
          <p:cNvSpPr/>
          <p:nvPr/>
        </p:nvSpPr>
        <p:spPr>
          <a:xfrm>
            <a:off x="10866495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35" name="Google Shape;2635;p16"/>
          <p:cNvSpPr/>
          <p:nvPr/>
        </p:nvSpPr>
        <p:spPr>
          <a:xfrm>
            <a:off x="11261458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36" name="Google Shape;2636;p16"/>
          <p:cNvSpPr/>
          <p:nvPr/>
        </p:nvSpPr>
        <p:spPr>
          <a:xfrm>
            <a:off x="11656421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37" name="Google Shape;2637;p16"/>
          <p:cNvSpPr/>
          <p:nvPr/>
        </p:nvSpPr>
        <p:spPr>
          <a:xfrm>
            <a:off x="12051384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38" name="Google Shape;2638;p16"/>
          <p:cNvSpPr/>
          <p:nvPr/>
        </p:nvSpPr>
        <p:spPr>
          <a:xfrm>
            <a:off x="12444890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39" name="Google Shape;2639;p16"/>
          <p:cNvSpPr/>
          <p:nvPr/>
        </p:nvSpPr>
        <p:spPr>
          <a:xfrm>
            <a:off x="12839853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40" name="Google Shape;2640;p16"/>
          <p:cNvSpPr/>
          <p:nvPr/>
        </p:nvSpPr>
        <p:spPr>
          <a:xfrm>
            <a:off x="13234816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41" name="Google Shape;2641;p16"/>
          <p:cNvSpPr/>
          <p:nvPr/>
        </p:nvSpPr>
        <p:spPr>
          <a:xfrm>
            <a:off x="13629779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42" name="Google Shape;2642;p16"/>
          <p:cNvSpPr/>
          <p:nvPr/>
        </p:nvSpPr>
        <p:spPr>
          <a:xfrm>
            <a:off x="14024742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43" name="Google Shape;2643;p16"/>
          <p:cNvSpPr/>
          <p:nvPr/>
        </p:nvSpPr>
        <p:spPr>
          <a:xfrm>
            <a:off x="14419705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44" name="Google Shape;2644;p16"/>
          <p:cNvSpPr/>
          <p:nvPr/>
        </p:nvSpPr>
        <p:spPr>
          <a:xfrm>
            <a:off x="14814668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45" name="Google Shape;2645;p16"/>
          <p:cNvSpPr/>
          <p:nvPr/>
        </p:nvSpPr>
        <p:spPr>
          <a:xfrm>
            <a:off x="15209631" y="11176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46" name="Google Shape;2646;p16"/>
          <p:cNvSpPr/>
          <p:nvPr/>
        </p:nvSpPr>
        <p:spPr>
          <a:xfrm>
            <a:off x="2970149" y="9100575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47" name="Google Shape;2647;p16"/>
          <p:cNvSpPr/>
          <p:nvPr/>
        </p:nvSpPr>
        <p:spPr>
          <a:xfrm>
            <a:off x="3365112" y="90974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48" name="Google Shape;2648;p16"/>
          <p:cNvSpPr/>
          <p:nvPr/>
        </p:nvSpPr>
        <p:spPr>
          <a:xfrm>
            <a:off x="3760075" y="90974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49" name="Google Shape;2649;p16"/>
          <p:cNvSpPr/>
          <p:nvPr/>
        </p:nvSpPr>
        <p:spPr>
          <a:xfrm>
            <a:off x="4155038" y="90974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50" name="Google Shape;2650;p16"/>
          <p:cNvSpPr/>
          <p:nvPr/>
        </p:nvSpPr>
        <p:spPr>
          <a:xfrm>
            <a:off x="4550001" y="90974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51" name="Google Shape;2651;p16"/>
          <p:cNvSpPr/>
          <p:nvPr/>
        </p:nvSpPr>
        <p:spPr>
          <a:xfrm>
            <a:off x="4944964" y="90974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52" name="Google Shape;2652;p16"/>
          <p:cNvSpPr/>
          <p:nvPr/>
        </p:nvSpPr>
        <p:spPr>
          <a:xfrm>
            <a:off x="5339927" y="90974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53" name="Google Shape;2653;p16"/>
          <p:cNvSpPr/>
          <p:nvPr/>
        </p:nvSpPr>
        <p:spPr>
          <a:xfrm>
            <a:off x="5734890" y="90974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54" name="Google Shape;2654;p16"/>
          <p:cNvSpPr/>
          <p:nvPr/>
        </p:nvSpPr>
        <p:spPr>
          <a:xfrm>
            <a:off x="6128396" y="90974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55" name="Google Shape;2655;p16"/>
          <p:cNvSpPr/>
          <p:nvPr/>
        </p:nvSpPr>
        <p:spPr>
          <a:xfrm>
            <a:off x="6523359" y="90974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56" name="Google Shape;2656;p16"/>
          <p:cNvSpPr/>
          <p:nvPr/>
        </p:nvSpPr>
        <p:spPr>
          <a:xfrm>
            <a:off x="6918322" y="90974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57" name="Google Shape;2657;p16"/>
          <p:cNvSpPr/>
          <p:nvPr/>
        </p:nvSpPr>
        <p:spPr>
          <a:xfrm>
            <a:off x="7313285" y="90974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58" name="Google Shape;2658;p16"/>
          <p:cNvSpPr/>
          <p:nvPr/>
        </p:nvSpPr>
        <p:spPr>
          <a:xfrm>
            <a:off x="7708248" y="90974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59" name="Google Shape;2659;p16"/>
          <p:cNvSpPr/>
          <p:nvPr/>
        </p:nvSpPr>
        <p:spPr>
          <a:xfrm>
            <a:off x="8103211" y="90974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0" name="Google Shape;2660;p16"/>
          <p:cNvSpPr/>
          <p:nvPr/>
        </p:nvSpPr>
        <p:spPr>
          <a:xfrm>
            <a:off x="8498174" y="90974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1" name="Google Shape;2661;p16"/>
          <p:cNvSpPr/>
          <p:nvPr/>
        </p:nvSpPr>
        <p:spPr>
          <a:xfrm>
            <a:off x="8893137" y="90974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2" name="Google Shape;2662;p16"/>
          <p:cNvSpPr/>
          <p:nvPr/>
        </p:nvSpPr>
        <p:spPr>
          <a:xfrm>
            <a:off x="9286643" y="90974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3" name="Google Shape;2663;p16"/>
          <p:cNvSpPr/>
          <p:nvPr/>
        </p:nvSpPr>
        <p:spPr>
          <a:xfrm>
            <a:off x="9681606" y="90974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4" name="Google Shape;2664;p16"/>
          <p:cNvSpPr/>
          <p:nvPr/>
        </p:nvSpPr>
        <p:spPr>
          <a:xfrm>
            <a:off x="10076569" y="90974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5" name="Google Shape;2665;p16"/>
          <p:cNvSpPr/>
          <p:nvPr/>
        </p:nvSpPr>
        <p:spPr>
          <a:xfrm>
            <a:off x="10471532" y="90974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6" name="Google Shape;2666;p16"/>
          <p:cNvSpPr/>
          <p:nvPr/>
        </p:nvSpPr>
        <p:spPr>
          <a:xfrm>
            <a:off x="10866495" y="90974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7" name="Google Shape;2667;p16"/>
          <p:cNvSpPr/>
          <p:nvPr/>
        </p:nvSpPr>
        <p:spPr>
          <a:xfrm>
            <a:off x="11261458" y="90974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8" name="Google Shape;2668;p16"/>
          <p:cNvSpPr/>
          <p:nvPr/>
        </p:nvSpPr>
        <p:spPr>
          <a:xfrm>
            <a:off x="11656421" y="90974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9" name="Google Shape;2669;p16"/>
          <p:cNvSpPr/>
          <p:nvPr/>
        </p:nvSpPr>
        <p:spPr>
          <a:xfrm>
            <a:off x="12049927" y="90974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70" name="Google Shape;2670;p16"/>
          <p:cNvSpPr/>
          <p:nvPr/>
        </p:nvSpPr>
        <p:spPr>
          <a:xfrm>
            <a:off x="12444890" y="90974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71" name="Google Shape;2671;p16"/>
          <p:cNvSpPr/>
          <p:nvPr/>
        </p:nvSpPr>
        <p:spPr>
          <a:xfrm>
            <a:off x="12839853" y="90974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72" name="Google Shape;2672;p16"/>
          <p:cNvSpPr/>
          <p:nvPr/>
        </p:nvSpPr>
        <p:spPr>
          <a:xfrm>
            <a:off x="13234816" y="90974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73" name="Google Shape;2673;p16"/>
          <p:cNvSpPr/>
          <p:nvPr/>
        </p:nvSpPr>
        <p:spPr>
          <a:xfrm>
            <a:off x="13629779" y="90974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74" name="Google Shape;2674;p16"/>
          <p:cNvSpPr/>
          <p:nvPr/>
        </p:nvSpPr>
        <p:spPr>
          <a:xfrm>
            <a:off x="14024742" y="90974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75" name="Google Shape;2675;p16"/>
          <p:cNvSpPr/>
          <p:nvPr/>
        </p:nvSpPr>
        <p:spPr>
          <a:xfrm>
            <a:off x="14419705" y="90974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76" name="Google Shape;2676;p16"/>
          <p:cNvSpPr/>
          <p:nvPr/>
        </p:nvSpPr>
        <p:spPr>
          <a:xfrm>
            <a:off x="14814668" y="90974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77" name="Google Shape;2677;p16"/>
          <p:cNvSpPr/>
          <p:nvPr/>
        </p:nvSpPr>
        <p:spPr>
          <a:xfrm>
            <a:off x="15209631" y="90974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78" name="Google Shape;2678;p16"/>
          <p:cNvSpPr/>
          <p:nvPr/>
        </p:nvSpPr>
        <p:spPr>
          <a:xfrm>
            <a:off x="15556969" y="9097400"/>
            <a:ext cx="147600" cy="1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rgbClr val="5612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0" name="Google Shape;2680;p17"/>
          <p:cNvSpPr txBox="1">
            <a:spLocks noGrp="1"/>
          </p:cNvSpPr>
          <p:nvPr>
            <p:ph type="body" idx="1"/>
          </p:nvPr>
        </p:nvSpPr>
        <p:spPr>
          <a:xfrm>
            <a:off x="630493" y="2723690"/>
            <a:ext cx="6898559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4pPr>
            <a:lvl5pPr marL="2286000" lvl="4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81" name="Google Shape;2681;p17"/>
          <p:cNvSpPr txBox="1">
            <a:spLocks noGrp="1"/>
          </p:cNvSpPr>
          <p:nvPr>
            <p:ph type="body" idx="2"/>
          </p:nvPr>
        </p:nvSpPr>
        <p:spPr>
          <a:xfrm>
            <a:off x="7746590" y="2723690"/>
            <a:ext cx="7193526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4pPr>
            <a:lvl5pPr marL="2286000" lvl="4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2682" name="Google Shape;2682;p17"/>
          <p:cNvGrpSpPr/>
          <p:nvPr/>
        </p:nvGrpSpPr>
        <p:grpSpPr>
          <a:xfrm rot="-1380000">
            <a:off x="16751733" y="8993525"/>
            <a:ext cx="2842697" cy="2842697"/>
            <a:chOff x="0" y="0"/>
            <a:chExt cx="3790262" cy="3790262"/>
          </a:xfrm>
        </p:grpSpPr>
        <p:sp>
          <p:nvSpPr>
            <p:cNvPr id="2683" name="Google Shape;2683;p17"/>
            <p:cNvSpPr/>
            <p:nvPr/>
          </p:nvSpPr>
          <p:spPr>
            <a:xfrm>
              <a:off x="0" y="0"/>
              <a:ext cx="3790262" cy="3790262"/>
            </a:xfrm>
            <a:custGeom>
              <a:avLst/>
              <a:gdLst/>
              <a:ahLst/>
              <a:cxnLst/>
              <a:rect l="l" t="t" r="r" b="b"/>
              <a:pathLst>
                <a:path w="3790262" h="3790262" extrusionOk="0">
                  <a:moveTo>
                    <a:pt x="0" y="0"/>
                  </a:moveTo>
                  <a:lnTo>
                    <a:pt x="3790262" y="0"/>
                  </a:lnTo>
                  <a:lnTo>
                    <a:pt x="3790262" y="3790262"/>
                  </a:lnTo>
                  <a:lnTo>
                    <a:pt x="0" y="379026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684" name="Google Shape;2684;p17"/>
            <p:cNvSpPr/>
            <p:nvPr/>
          </p:nvSpPr>
          <p:spPr>
            <a:xfrm>
              <a:off x="327154" y="318381"/>
              <a:ext cx="3135954" cy="3135954"/>
            </a:xfrm>
            <a:custGeom>
              <a:avLst/>
              <a:gdLst/>
              <a:ahLst/>
              <a:cxnLst/>
              <a:rect l="l" t="t" r="r" b="b"/>
              <a:pathLst>
                <a:path w="3135954" h="3135954" extrusionOk="0">
                  <a:moveTo>
                    <a:pt x="0" y="0"/>
                  </a:moveTo>
                  <a:lnTo>
                    <a:pt x="3135954" y="0"/>
                  </a:lnTo>
                  <a:lnTo>
                    <a:pt x="3135954" y="3135953"/>
                  </a:lnTo>
                  <a:lnTo>
                    <a:pt x="0" y="31359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685" name="Google Shape;2685;p17"/>
            <p:cNvSpPr/>
            <p:nvPr/>
          </p:nvSpPr>
          <p:spPr>
            <a:xfrm>
              <a:off x="707550" y="698776"/>
              <a:ext cx="2375162" cy="2375162"/>
            </a:xfrm>
            <a:custGeom>
              <a:avLst/>
              <a:gdLst/>
              <a:ahLst/>
              <a:cxnLst/>
              <a:rect l="l" t="t" r="r" b="b"/>
              <a:pathLst>
                <a:path w="2375162" h="2375162" extrusionOk="0">
                  <a:moveTo>
                    <a:pt x="0" y="0"/>
                  </a:moveTo>
                  <a:lnTo>
                    <a:pt x="2375162" y="0"/>
                  </a:lnTo>
                  <a:lnTo>
                    <a:pt x="2375162" y="2375163"/>
                  </a:lnTo>
                  <a:lnTo>
                    <a:pt x="0" y="237516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grpSp>
        <p:nvGrpSpPr>
          <p:cNvPr id="2686" name="Google Shape;2686;p17"/>
          <p:cNvGrpSpPr/>
          <p:nvPr/>
        </p:nvGrpSpPr>
        <p:grpSpPr>
          <a:xfrm>
            <a:off x="16451663" y="-1498147"/>
            <a:ext cx="3006129" cy="2829716"/>
            <a:chOff x="170920" y="170920"/>
            <a:chExt cx="4008172" cy="3772955"/>
          </a:xfrm>
        </p:grpSpPr>
        <p:grpSp>
          <p:nvGrpSpPr>
            <p:cNvPr id="2687" name="Google Shape;2687;p17"/>
            <p:cNvGrpSpPr/>
            <p:nvPr/>
          </p:nvGrpSpPr>
          <p:grpSpPr>
            <a:xfrm>
              <a:off x="406137" y="170920"/>
              <a:ext cx="3772955" cy="3772955"/>
              <a:chOff x="33762" y="33762"/>
              <a:chExt cx="745275" cy="745275"/>
            </a:xfrm>
          </p:grpSpPr>
          <p:sp>
            <p:nvSpPr>
              <p:cNvPr id="2688" name="Google Shape;2688;p17"/>
              <p:cNvSpPr/>
              <p:nvPr/>
            </p:nvSpPr>
            <p:spPr>
              <a:xfrm>
                <a:off x="33762" y="33762"/>
                <a:ext cx="745275" cy="745275"/>
              </a:xfrm>
              <a:custGeom>
                <a:avLst/>
                <a:gdLst/>
                <a:ahLst/>
                <a:cxnLst/>
                <a:rect l="l" t="t" r="r" b="b"/>
                <a:pathLst>
                  <a:path w="745275" h="745275" extrusionOk="0">
                    <a:moveTo>
                      <a:pt x="425740" y="23054"/>
                    </a:moveTo>
                    <a:lnTo>
                      <a:pt x="436178" y="34223"/>
                    </a:lnTo>
                    <a:cubicBezTo>
                      <a:pt x="469920" y="70325"/>
                      <a:pt x="517617" y="90082"/>
                      <a:pt x="567003" y="88413"/>
                    </a:cubicBezTo>
                    <a:lnTo>
                      <a:pt x="582282" y="87896"/>
                    </a:lnTo>
                    <a:cubicBezTo>
                      <a:pt x="602400" y="87217"/>
                      <a:pt x="621899" y="94910"/>
                      <a:pt x="636132" y="109143"/>
                    </a:cubicBezTo>
                    <a:cubicBezTo>
                      <a:pt x="650366" y="123377"/>
                      <a:pt x="658059" y="142876"/>
                      <a:pt x="657379" y="162993"/>
                    </a:cubicBezTo>
                    <a:lnTo>
                      <a:pt x="656863" y="178273"/>
                    </a:lnTo>
                    <a:cubicBezTo>
                      <a:pt x="655194" y="227659"/>
                      <a:pt x="674951" y="275356"/>
                      <a:pt x="711053" y="309098"/>
                    </a:cubicBezTo>
                    <a:lnTo>
                      <a:pt x="722222" y="319537"/>
                    </a:lnTo>
                    <a:cubicBezTo>
                      <a:pt x="736928" y="333281"/>
                      <a:pt x="745275" y="352509"/>
                      <a:pt x="745275" y="372638"/>
                    </a:cubicBezTo>
                    <a:cubicBezTo>
                      <a:pt x="745275" y="392767"/>
                      <a:pt x="736928" y="411995"/>
                      <a:pt x="722222" y="425739"/>
                    </a:cubicBezTo>
                    <a:lnTo>
                      <a:pt x="711053" y="436178"/>
                    </a:lnTo>
                    <a:cubicBezTo>
                      <a:pt x="674951" y="469920"/>
                      <a:pt x="655194" y="517617"/>
                      <a:pt x="656863" y="567003"/>
                    </a:cubicBezTo>
                    <a:lnTo>
                      <a:pt x="657379" y="582282"/>
                    </a:lnTo>
                    <a:cubicBezTo>
                      <a:pt x="658059" y="602400"/>
                      <a:pt x="650366" y="621899"/>
                      <a:pt x="636132" y="636132"/>
                    </a:cubicBezTo>
                    <a:cubicBezTo>
                      <a:pt x="621899" y="650366"/>
                      <a:pt x="602400" y="658059"/>
                      <a:pt x="582282" y="657379"/>
                    </a:cubicBezTo>
                    <a:lnTo>
                      <a:pt x="567003" y="656863"/>
                    </a:lnTo>
                    <a:cubicBezTo>
                      <a:pt x="517617" y="655194"/>
                      <a:pt x="469920" y="674951"/>
                      <a:pt x="436178" y="711053"/>
                    </a:cubicBezTo>
                    <a:lnTo>
                      <a:pt x="425739" y="722222"/>
                    </a:lnTo>
                    <a:cubicBezTo>
                      <a:pt x="411995" y="736928"/>
                      <a:pt x="392767" y="745275"/>
                      <a:pt x="372638" y="745275"/>
                    </a:cubicBezTo>
                    <a:cubicBezTo>
                      <a:pt x="352509" y="745275"/>
                      <a:pt x="333281" y="736928"/>
                      <a:pt x="319537" y="722222"/>
                    </a:cubicBezTo>
                    <a:lnTo>
                      <a:pt x="309098" y="711053"/>
                    </a:lnTo>
                    <a:cubicBezTo>
                      <a:pt x="275356" y="674951"/>
                      <a:pt x="227659" y="655194"/>
                      <a:pt x="178273" y="656863"/>
                    </a:cubicBezTo>
                    <a:lnTo>
                      <a:pt x="162993" y="657379"/>
                    </a:lnTo>
                    <a:cubicBezTo>
                      <a:pt x="142876" y="658059"/>
                      <a:pt x="123377" y="650366"/>
                      <a:pt x="109143" y="636132"/>
                    </a:cubicBezTo>
                    <a:cubicBezTo>
                      <a:pt x="94910" y="621899"/>
                      <a:pt x="87217" y="602400"/>
                      <a:pt x="87896" y="582282"/>
                    </a:cubicBezTo>
                    <a:lnTo>
                      <a:pt x="88413" y="567003"/>
                    </a:lnTo>
                    <a:cubicBezTo>
                      <a:pt x="90082" y="517617"/>
                      <a:pt x="70325" y="469920"/>
                      <a:pt x="34223" y="436178"/>
                    </a:cubicBezTo>
                    <a:lnTo>
                      <a:pt x="23054" y="425740"/>
                    </a:lnTo>
                    <a:cubicBezTo>
                      <a:pt x="8348" y="411995"/>
                      <a:pt x="0" y="392767"/>
                      <a:pt x="0" y="372638"/>
                    </a:cubicBezTo>
                    <a:cubicBezTo>
                      <a:pt x="0" y="352509"/>
                      <a:pt x="8348" y="333281"/>
                      <a:pt x="23054" y="319537"/>
                    </a:cubicBezTo>
                    <a:lnTo>
                      <a:pt x="34223" y="309098"/>
                    </a:lnTo>
                    <a:cubicBezTo>
                      <a:pt x="70325" y="275356"/>
                      <a:pt x="90082" y="227659"/>
                      <a:pt x="88413" y="178273"/>
                    </a:cubicBezTo>
                    <a:lnTo>
                      <a:pt x="87896" y="162993"/>
                    </a:lnTo>
                    <a:cubicBezTo>
                      <a:pt x="87217" y="142876"/>
                      <a:pt x="94910" y="123377"/>
                      <a:pt x="109143" y="109143"/>
                    </a:cubicBezTo>
                    <a:cubicBezTo>
                      <a:pt x="123377" y="94910"/>
                      <a:pt x="142876" y="87217"/>
                      <a:pt x="162993" y="87896"/>
                    </a:cubicBezTo>
                    <a:lnTo>
                      <a:pt x="178273" y="88413"/>
                    </a:lnTo>
                    <a:cubicBezTo>
                      <a:pt x="227659" y="90082"/>
                      <a:pt x="275356" y="70325"/>
                      <a:pt x="309098" y="34223"/>
                    </a:cubicBezTo>
                    <a:lnTo>
                      <a:pt x="319537" y="23054"/>
                    </a:lnTo>
                    <a:cubicBezTo>
                      <a:pt x="333281" y="8348"/>
                      <a:pt x="352509" y="0"/>
                      <a:pt x="372638" y="0"/>
                    </a:cubicBezTo>
                    <a:cubicBezTo>
                      <a:pt x="392767" y="0"/>
                      <a:pt x="411995" y="8348"/>
                      <a:pt x="425740" y="2305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 cmpd="sng">
                <a:solidFill>
                  <a:srgbClr val="CEA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17"/>
              <p:cNvSpPr txBox="1"/>
              <p:nvPr/>
            </p:nvSpPr>
            <p:spPr>
              <a:xfrm>
                <a:off x="127000" y="79375"/>
                <a:ext cx="558800" cy="606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690" name="Google Shape;2690;p17"/>
            <p:cNvGrpSpPr/>
            <p:nvPr/>
          </p:nvGrpSpPr>
          <p:grpSpPr>
            <a:xfrm>
              <a:off x="170920" y="170920"/>
              <a:ext cx="3772955" cy="3772955"/>
              <a:chOff x="33762" y="33762"/>
              <a:chExt cx="745275" cy="745275"/>
            </a:xfrm>
          </p:grpSpPr>
          <p:sp>
            <p:nvSpPr>
              <p:cNvPr id="2691" name="Google Shape;2691;p17"/>
              <p:cNvSpPr/>
              <p:nvPr/>
            </p:nvSpPr>
            <p:spPr>
              <a:xfrm>
                <a:off x="33762" y="33762"/>
                <a:ext cx="745275" cy="745275"/>
              </a:xfrm>
              <a:custGeom>
                <a:avLst/>
                <a:gdLst/>
                <a:ahLst/>
                <a:cxnLst/>
                <a:rect l="l" t="t" r="r" b="b"/>
                <a:pathLst>
                  <a:path w="745275" h="745275" extrusionOk="0">
                    <a:moveTo>
                      <a:pt x="425740" y="23054"/>
                    </a:moveTo>
                    <a:lnTo>
                      <a:pt x="436178" y="34223"/>
                    </a:lnTo>
                    <a:cubicBezTo>
                      <a:pt x="469920" y="70325"/>
                      <a:pt x="517617" y="90082"/>
                      <a:pt x="567003" y="88413"/>
                    </a:cubicBezTo>
                    <a:lnTo>
                      <a:pt x="582282" y="87896"/>
                    </a:lnTo>
                    <a:cubicBezTo>
                      <a:pt x="602400" y="87217"/>
                      <a:pt x="621899" y="94910"/>
                      <a:pt x="636132" y="109143"/>
                    </a:cubicBezTo>
                    <a:cubicBezTo>
                      <a:pt x="650366" y="123377"/>
                      <a:pt x="658059" y="142876"/>
                      <a:pt x="657379" y="162993"/>
                    </a:cubicBezTo>
                    <a:lnTo>
                      <a:pt x="656863" y="178273"/>
                    </a:lnTo>
                    <a:cubicBezTo>
                      <a:pt x="655194" y="227659"/>
                      <a:pt x="674951" y="275356"/>
                      <a:pt x="711053" y="309098"/>
                    </a:cubicBezTo>
                    <a:lnTo>
                      <a:pt x="722222" y="319537"/>
                    </a:lnTo>
                    <a:cubicBezTo>
                      <a:pt x="736928" y="333281"/>
                      <a:pt x="745275" y="352509"/>
                      <a:pt x="745275" y="372638"/>
                    </a:cubicBezTo>
                    <a:cubicBezTo>
                      <a:pt x="745275" y="392767"/>
                      <a:pt x="736928" y="411995"/>
                      <a:pt x="722222" y="425739"/>
                    </a:cubicBezTo>
                    <a:lnTo>
                      <a:pt x="711053" y="436178"/>
                    </a:lnTo>
                    <a:cubicBezTo>
                      <a:pt x="674951" y="469920"/>
                      <a:pt x="655194" y="517617"/>
                      <a:pt x="656863" y="567003"/>
                    </a:cubicBezTo>
                    <a:lnTo>
                      <a:pt x="657379" y="582282"/>
                    </a:lnTo>
                    <a:cubicBezTo>
                      <a:pt x="658059" y="602400"/>
                      <a:pt x="650366" y="621899"/>
                      <a:pt x="636132" y="636132"/>
                    </a:cubicBezTo>
                    <a:cubicBezTo>
                      <a:pt x="621899" y="650366"/>
                      <a:pt x="602400" y="658059"/>
                      <a:pt x="582282" y="657379"/>
                    </a:cubicBezTo>
                    <a:lnTo>
                      <a:pt x="567003" y="656863"/>
                    </a:lnTo>
                    <a:cubicBezTo>
                      <a:pt x="517617" y="655194"/>
                      <a:pt x="469920" y="674951"/>
                      <a:pt x="436178" y="711053"/>
                    </a:cubicBezTo>
                    <a:lnTo>
                      <a:pt x="425739" y="722222"/>
                    </a:lnTo>
                    <a:cubicBezTo>
                      <a:pt x="411995" y="736928"/>
                      <a:pt x="392767" y="745275"/>
                      <a:pt x="372638" y="745275"/>
                    </a:cubicBezTo>
                    <a:cubicBezTo>
                      <a:pt x="352509" y="745275"/>
                      <a:pt x="333281" y="736928"/>
                      <a:pt x="319537" y="722222"/>
                    </a:cubicBezTo>
                    <a:lnTo>
                      <a:pt x="309098" y="711053"/>
                    </a:lnTo>
                    <a:cubicBezTo>
                      <a:pt x="275356" y="674951"/>
                      <a:pt x="227659" y="655194"/>
                      <a:pt x="178273" y="656863"/>
                    </a:cubicBezTo>
                    <a:lnTo>
                      <a:pt x="162993" y="657379"/>
                    </a:lnTo>
                    <a:cubicBezTo>
                      <a:pt x="142876" y="658059"/>
                      <a:pt x="123377" y="650366"/>
                      <a:pt x="109143" y="636132"/>
                    </a:cubicBezTo>
                    <a:cubicBezTo>
                      <a:pt x="94910" y="621899"/>
                      <a:pt x="87217" y="602400"/>
                      <a:pt x="87896" y="582282"/>
                    </a:cubicBezTo>
                    <a:lnTo>
                      <a:pt x="88413" y="567003"/>
                    </a:lnTo>
                    <a:cubicBezTo>
                      <a:pt x="90082" y="517617"/>
                      <a:pt x="70325" y="469920"/>
                      <a:pt x="34223" y="436178"/>
                    </a:cubicBezTo>
                    <a:lnTo>
                      <a:pt x="23054" y="425740"/>
                    </a:lnTo>
                    <a:cubicBezTo>
                      <a:pt x="8348" y="411995"/>
                      <a:pt x="0" y="392767"/>
                      <a:pt x="0" y="372638"/>
                    </a:cubicBezTo>
                    <a:cubicBezTo>
                      <a:pt x="0" y="352509"/>
                      <a:pt x="8348" y="333281"/>
                      <a:pt x="23054" y="319537"/>
                    </a:cubicBezTo>
                    <a:lnTo>
                      <a:pt x="34223" y="309098"/>
                    </a:lnTo>
                    <a:cubicBezTo>
                      <a:pt x="70325" y="275356"/>
                      <a:pt x="90082" y="227659"/>
                      <a:pt x="88413" y="178273"/>
                    </a:cubicBezTo>
                    <a:lnTo>
                      <a:pt x="87896" y="162993"/>
                    </a:lnTo>
                    <a:cubicBezTo>
                      <a:pt x="87217" y="142876"/>
                      <a:pt x="94910" y="123377"/>
                      <a:pt x="109143" y="109143"/>
                    </a:cubicBezTo>
                    <a:cubicBezTo>
                      <a:pt x="123377" y="94910"/>
                      <a:pt x="142876" y="87217"/>
                      <a:pt x="162993" y="87896"/>
                    </a:cubicBezTo>
                    <a:lnTo>
                      <a:pt x="178273" y="88413"/>
                    </a:lnTo>
                    <a:cubicBezTo>
                      <a:pt x="227659" y="90082"/>
                      <a:pt x="275356" y="70325"/>
                      <a:pt x="309098" y="34223"/>
                    </a:cubicBezTo>
                    <a:lnTo>
                      <a:pt x="319537" y="23054"/>
                    </a:lnTo>
                    <a:cubicBezTo>
                      <a:pt x="333281" y="8348"/>
                      <a:pt x="352509" y="0"/>
                      <a:pt x="372638" y="0"/>
                    </a:cubicBezTo>
                    <a:cubicBezTo>
                      <a:pt x="392767" y="0"/>
                      <a:pt x="411995" y="8348"/>
                      <a:pt x="425740" y="2305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 cmpd="sng">
                <a:solidFill>
                  <a:srgbClr val="56126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Google Shape;2692;p17"/>
              <p:cNvSpPr txBox="1"/>
              <p:nvPr/>
            </p:nvSpPr>
            <p:spPr>
              <a:xfrm>
                <a:off x="127000" y="79375"/>
                <a:ext cx="558800" cy="606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2693" name="Google Shape;2693;p17"/>
          <p:cNvGrpSpPr/>
          <p:nvPr/>
        </p:nvGrpSpPr>
        <p:grpSpPr>
          <a:xfrm>
            <a:off x="17289485" y="1062856"/>
            <a:ext cx="996032" cy="3511544"/>
            <a:chOff x="0" y="0"/>
            <a:chExt cx="1328042" cy="4682059"/>
          </a:xfrm>
        </p:grpSpPr>
        <p:grpSp>
          <p:nvGrpSpPr>
            <p:cNvPr id="2694" name="Google Shape;2694;p17"/>
            <p:cNvGrpSpPr/>
            <p:nvPr/>
          </p:nvGrpSpPr>
          <p:grpSpPr>
            <a:xfrm>
              <a:off x="944503" y="670492"/>
              <a:ext cx="147414" cy="147414"/>
              <a:chOff x="0" y="0"/>
              <a:chExt cx="812800" cy="812800"/>
            </a:xfrm>
          </p:grpSpPr>
          <p:sp>
            <p:nvSpPr>
              <p:cNvPr id="2695" name="Google Shape;2695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697" name="Google Shape;2697;p17"/>
            <p:cNvGrpSpPr/>
            <p:nvPr/>
          </p:nvGrpSpPr>
          <p:grpSpPr>
            <a:xfrm>
              <a:off x="1180628" y="670492"/>
              <a:ext cx="147414" cy="147414"/>
              <a:chOff x="0" y="0"/>
              <a:chExt cx="812800" cy="812800"/>
            </a:xfrm>
          </p:grpSpPr>
          <p:sp>
            <p:nvSpPr>
              <p:cNvPr id="2698" name="Google Shape;2698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00" name="Google Shape;2700;p17"/>
            <p:cNvGrpSpPr/>
            <p:nvPr/>
          </p:nvGrpSpPr>
          <p:grpSpPr>
            <a:xfrm>
              <a:off x="1180628" y="912001"/>
              <a:ext cx="147414" cy="147414"/>
              <a:chOff x="0" y="0"/>
              <a:chExt cx="812800" cy="812800"/>
            </a:xfrm>
          </p:grpSpPr>
          <p:sp>
            <p:nvSpPr>
              <p:cNvPr id="2701" name="Google Shape;2701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03" name="Google Shape;2703;p17"/>
            <p:cNvGrpSpPr/>
            <p:nvPr/>
          </p:nvGrpSpPr>
          <p:grpSpPr>
            <a:xfrm>
              <a:off x="944503" y="912001"/>
              <a:ext cx="147414" cy="147414"/>
              <a:chOff x="0" y="0"/>
              <a:chExt cx="812800" cy="812800"/>
            </a:xfrm>
          </p:grpSpPr>
          <p:sp>
            <p:nvSpPr>
              <p:cNvPr id="2704" name="Google Shape;2704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06" name="Google Shape;2706;p17"/>
            <p:cNvGrpSpPr/>
            <p:nvPr/>
          </p:nvGrpSpPr>
          <p:grpSpPr>
            <a:xfrm>
              <a:off x="944503" y="1153511"/>
              <a:ext cx="147414" cy="147414"/>
              <a:chOff x="0" y="0"/>
              <a:chExt cx="812800" cy="812800"/>
            </a:xfrm>
          </p:grpSpPr>
          <p:sp>
            <p:nvSpPr>
              <p:cNvPr id="2707" name="Google Shape;2707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09" name="Google Shape;2709;p17"/>
            <p:cNvGrpSpPr/>
            <p:nvPr/>
          </p:nvGrpSpPr>
          <p:grpSpPr>
            <a:xfrm>
              <a:off x="1180628" y="1153511"/>
              <a:ext cx="147414" cy="147414"/>
              <a:chOff x="0" y="0"/>
              <a:chExt cx="812800" cy="812800"/>
            </a:xfrm>
          </p:grpSpPr>
          <p:sp>
            <p:nvSpPr>
              <p:cNvPr id="2710" name="Google Shape;2710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Google Shape;2711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12" name="Google Shape;2712;p17"/>
            <p:cNvGrpSpPr/>
            <p:nvPr/>
          </p:nvGrpSpPr>
          <p:grpSpPr>
            <a:xfrm>
              <a:off x="1180628" y="1395021"/>
              <a:ext cx="147414" cy="147414"/>
              <a:chOff x="0" y="0"/>
              <a:chExt cx="812800" cy="812800"/>
            </a:xfrm>
          </p:grpSpPr>
          <p:sp>
            <p:nvSpPr>
              <p:cNvPr id="2713" name="Google Shape;2713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Google Shape;2714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15" name="Google Shape;2715;p17"/>
            <p:cNvGrpSpPr/>
            <p:nvPr/>
          </p:nvGrpSpPr>
          <p:grpSpPr>
            <a:xfrm>
              <a:off x="944503" y="1395021"/>
              <a:ext cx="147414" cy="147414"/>
              <a:chOff x="0" y="0"/>
              <a:chExt cx="812800" cy="812800"/>
            </a:xfrm>
          </p:grpSpPr>
          <p:sp>
            <p:nvSpPr>
              <p:cNvPr id="2716" name="Google Shape;2716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18" name="Google Shape;2718;p17"/>
            <p:cNvGrpSpPr/>
            <p:nvPr/>
          </p:nvGrpSpPr>
          <p:grpSpPr>
            <a:xfrm>
              <a:off x="944503" y="1636530"/>
              <a:ext cx="147414" cy="147414"/>
              <a:chOff x="0" y="0"/>
              <a:chExt cx="812800" cy="812800"/>
            </a:xfrm>
          </p:grpSpPr>
          <p:sp>
            <p:nvSpPr>
              <p:cNvPr id="2719" name="Google Shape;2719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21" name="Google Shape;2721;p17"/>
            <p:cNvGrpSpPr/>
            <p:nvPr/>
          </p:nvGrpSpPr>
          <p:grpSpPr>
            <a:xfrm>
              <a:off x="1180628" y="1636530"/>
              <a:ext cx="147414" cy="147414"/>
              <a:chOff x="0" y="0"/>
              <a:chExt cx="812800" cy="812800"/>
            </a:xfrm>
          </p:grpSpPr>
          <p:sp>
            <p:nvSpPr>
              <p:cNvPr id="2722" name="Google Shape;2722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24" name="Google Shape;2724;p17"/>
            <p:cNvGrpSpPr/>
            <p:nvPr/>
          </p:nvGrpSpPr>
          <p:grpSpPr>
            <a:xfrm>
              <a:off x="1180628" y="1878040"/>
              <a:ext cx="147414" cy="147414"/>
              <a:chOff x="0" y="0"/>
              <a:chExt cx="812800" cy="812800"/>
            </a:xfrm>
          </p:grpSpPr>
          <p:sp>
            <p:nvSpPr>
              <p:cNvPr id="2725" name="Google Shape;2725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2726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27" name="Google Shape;2727;p17"/>
            <p:cNvGrpSpPr/>
            <p:nvPr/>
          </p:nvGrpSpPr>
          <p:grpSpPr>
            <a:xfrm>
              <a:off x="944503" y="1878040"/>
              <a:ext cx="147414" cy="147414"/>
              <a:chOff x="0" y="0"/>
              <a:chExt cx="812800" cy="812800"/>
            </a:xfrm>
          </p:grpSpPr>
          <p:sp>
            <p:nvSpPr>
              <p:cNvPr id="2728" name="Google Shape;2728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30" name="Google Shape;2730;p17"/>
            <p:cNvGrpSpPr/>
            <p:nvPr/>
          </p:nvGrpSpPr>
          <p:grpSpPr>
            <a:xfrm>
              <a:off x="944503" y="2119549"/>
              <a:ext cx="147414" cy="147414"/>
              <a:chOff x="0" y="0"/>
              <a:chExt cx="812800" cy="812800"/>
            </a:xfrm>
          </p:grpSpPr>
          <p:sp>
            <p:nvSpPr>
              <p:cNvPr id="2731" name="Google Shape;2731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33" name="Google Shape;2733;p17"/>
            <p:cNvGrpSpPr/>
            <p:nvPr/>
          </p:nvGrpSpPr>
          <p:grpSpPr>
            <a:xfrm>
              <a:off x="1180628" y="2119549"/>
              <a:ext cx="147414" cy="147414"/>
              <a:chOff x="0" y="0"/>
              <a:chExt cx="812800" cy="812800"/>
            </a:xfrm>
          </p:grpSpPr>
          <p:sp>
            <p:nvSpPr>
              <p:cNvPr id="2734" name="Google Shape;2734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36" name="Google Shape;2736;p17"/>
            <p:cNvGrpSpPr/>
            <p:nvPr/>
          </p:nvGrpSpPr>
          <p:grpSpPr>
            <a:xfrm>
              <a:off x="1180628" y="2361059"/>
              <a:ext cx="147414" cy="147414"/>
              <a:chOff x="0" y="0"/>
              <a:chExt cx="812800" cy="812800"/>
            </a:xfrm>
          </p:grpSpPr>
          <p:sp>
            <p:nvSpPr>
              <p:cNvPr id="2737" name="Google Shape;2737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2738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39" name="Google Shape;2739;p17"/>
            <p:cNvGrpSpPr/>
            <p:nvPr/>
          </p:nvGrpSpPr>
          <p:grpSpPr>
            <a:xfrm>
              <a:off x="944503" y="2361059"/>
              <a:ext cx="147414" cy="147414"/>
              <a:chOff x="0" y="0"/>
              <a:chExt cx="812800" cy="812800"/>
            </a:xfrm>
          </p:grpSpPr>
          <p:sp>
            <p:nvSpPr>
              <p:cNvPr id="2740" name="Google Shape;2740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42" name="Google Shape;2742;p17"/>
            <p:cNvGrpSpPr/>
            <p:nvPr/>
          </p:nvGrpSpPr>
          <p:grpSpPr>
            <a:xfrm>
              <a:off x="944503" y="2602569"/>
              <a:ext cx="147414" cy="147414"/>
              <a:chOff x="0" y="0"/>
              <a:chExt cx="812800" cy="812800"/>
            </a:xfrm>
          </p:grpSpPr>
          <p:sp>
            <p:nvSpPr>
              <p:cNvPr id="2743" name="Google Shape;2743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Google Shape;2744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45" name="Google Shape;2745;p17"/>
            <p:cNvGrpSpPr/>
            <p:nvPr/>
          </p:nvGrpSpPr>
          <p:grpSpPr>
            <a:xfrm>
              <a:off x="1180628" y="2602569"/>
              <a:ext cx="147414" cy="147414"/>
              <a:chOff x="0" y="0"/>
              <a:chExt cx="812800" cy="812800"/>
            </a:xfrm>
          </p:grpSpPr>
          <p:sp>
            <p:nvSpPr>
              <p:cNvPr id="2746" name="Google Shape;2746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48" name="Google Shape;2748;p17"/>
            <p:cNvGrpSpPr/>
            <p:nvPr/>
          </p:nvGrpSpPr>
          <p:grpSpPr>
            <a:xfrm>
              <a:off x="1180628" y="2844078"/>
              <a:ext cx="147414" cy="147414"/>
              <a:chOff x="0" y="0"/>
              <a:chExt cx="812800" cy="812800"/>
            </a:xfrm>
          </p:grpSpPr>
          <p:sp>
            <p:nvSpPr>
              <p:cNvPr id="2749" name="Google Shape;2749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Google Shape;2750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51" name="Google Shape;2751;p17"/>
            <p:cNvGrpSpPr/>
            <p:nvPr/>
          </p:nvGrpSpPr>
          <p:grpSpPr>
            <a:xfrm>
              <a:off x="944503" y="2844078"/>
              <a:ext cx="147414" cy="147414"/>
              <a:chOff x="0" y="0"/>
              <a:chExt cx="812800" cy="812800"/>
            </a:xfrm>
          </p:grpSpPr>
          <p:sp>
            <p:nvSpPr>
              <p:cNvPr id="2752" name="Google Shape;2752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Google Shape;2753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54" name="Google Shape;2754;p17"/>
            <p:cNvGrpSpPr/>
            <p:nvPr/>
          </p:nvGrpSpPr>
          <p:grpSpPr>
            <a:xfrm>
              <a:off x="944503" y="3085588"/>
              <a:ext cx="147414" cy="147414"/>
              <a:chOff x="0" y="0"/>
              <a:chExt cx="812800" cy="812800"/>
            </a:xfrm>
          </p:grpSpPr>
          <p:sp>
            <p:nvSpPr>
              <p:cNvPr id="2755" name="Google Shape;2755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Google Shape;2756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57" name="Google Shape;2757;p17"/>
            <p:cNvGrpSpPr/>
            <p:nvPr/>
          </p:nvGrpSpPr>
          <p:grpSpPr>
            <a:xfrm>
              <a:off x="1180628" y="3085588"/>
              <a:ext cx="147414" cy="147414"/>
              <a:chOff x="0" y="0"/>
              <a:chExt cx="812800" cy="812800"/>
            </a:xfrm>
          </p:grpSpPr>
          <p:sp>
            <p:nvSpPr>
              <p:cNvPr id="2758" name="Google Shape;2758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Google Shape;2759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60" name="Google Shape;2760;p17"/>
            <p:cNvGrpSpPr/>
            <p:nvPr/>
          </p:nvGrpSpPr>
          <p:grpSpPr>
            <a:xfrm>
              <a:off x="1180628" y="3327097"/>
              <a:ext cx="147414" cy="147414"/>
              <a:chOff x="0" y="0"/>
              <a:chExt cx="812800" cy="812800"/>
            </a:xfrm>
          </p:grpSpPr>
          <p:sp>
            <p:nvSpPr>
              <p:cNvPr id="2761" name="Google Shape;2761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Google Shape;2762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63" name="Google Shape;2763;p17"/>
            <p:cNvGrpSpPr/>
            <p:nvPr/>
          </p:nvGrpSpPr>
          <p:grpSpPr>
            <a:xfrm>
              <a:off x="944503" y="3327097"/>
              <a:ext cx="147414" cy="147414"/>
              <a:chOff x="0" y="0"/>
              <a:chExt cx="812800" cy="812800"/>
            </a:xfrm>
          </p:grpSpPr>
          <p:sp>
            <p:nvSpPr>
              <p:cNvPr id="2764" name="Google Shape;2764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Google Shape;2765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66" name="Google Shape;2766;p17"/>
            <p:cNvGrpSpPr/>
            <p:nvPr/>
          </p:nvGrpSpPr>
          <p:grpSpPr>
            <a:xfrm>
              <a:off x="944503" y="3568607"/>
              <a:ext cx="147414" cy="147414"/>
              <a:chOff x="0" y="0"/>
              <a:chExt cx="812800" cy="812800"/>
            </a:xfrm>
          </p:grpSpPr>
          <p:sp>
            <p:nvSpPr>
              <p:cNvPr id="2767" name="Google Shape;2767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Google Shape;2768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69" name="Google Shape;2769;p17"/>
            <p:cNvGrpSpPr/>
            <p:nvPr/>
          </p:nvGrpSpPr>
          <p:grpSpPr>
            <a:xfrm>
              <a:off x="1180628" y="3568607"/>
              <a:ext cx="147414" cy="147414"/>
              <a:chOff x="0" y="0"/>
              <a:chExt cx="812800" cy="812800"/>
            </a:xfrm>
          </p:grpSpPr>
          <p:sp>
            <p:nvSpPr>
              <p:cNvPr id="2770" name="Google Shape;2770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Google Shape;2771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72" name="Google Shape;2772;p17"/>
            <p:cNvGrpSpPr/>
            <p:nvPr/>
          </p:nvGrpSpPr>
          <p:grpSpPr>
            <a:xfrm>
              <a:off x="1180628" y="3810117"/>
              <a:ext cx="147414" cy="147414"/>
              <a:chOff x="0" y="0"/>
              <a:chExt cx="812800" cy="812800"/>
            </a:xfrm>
          </p:grpSpPr>
          <p:sp>
            <p:nvSpPr>
              <p:cNvPr id="2773" name="Google Shape;2773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Google Shape;2774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75" name="Google Shape;2775;p17"/>
            <p:cNvGrpSpPr/>
            <p:nvPr/>
          </p:nvGrpSpPr>
          <p:grpSpPr>
            <a:xfrm>
              <a:off x="944503" y="3810117"/>
              <a:ext cx="147414" cy="147414"/>
              <a:chOff x="0" y="0"/>
              <a:chExt cx="812800" cy="812800"/>
            </a:xfrm>
          </p:grpSpPr>
          <p:sp>
            <p:nvSpPr>
              <p:cNvPr id="2776" name="Google Shape;2776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Google Shape;2777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78" name="Google Shape;2778;p17"/>
            <p:cNvGrpSpPr/>
            <p:nvPr/>
          </p:nvGrpSpPr>
          <p:grpSpPr>
            <a:xfrm>
              <a:off x="944503" y="4051626"/>
              <a:ext cx="147414" cy="147414"/>
              <a:chOff x="0" y="0"/>
              <a:chExt cx="812800" cy="812800"/>
            </a:xfrm>
          </p:grpSpPr>
          <p:sp>
            <p:nvSpPr>
              <p:cNvPr id="2779" name="Google Shape;2779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Google Shape;2780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81" name="Google Shape;2781;p17"/>
            <p:cNvGrpSpPr/>
            <p:nvPr/>
          </p:nvGrpSpPr>
          <p:grpSpPr>
            <a:xfrm>
              <a:off x="1180628" y="4051626"/>
              <a:ext cx="147414" cy="147414"/>
              <a:chOff x="0" y="0"/>
              <a:chExt cx="812800" cy="812800"/>
            </a:xfrm>
          </p:grpSpPr>
          <p:sp>
            <p:nvSpPr>
              <p:cNvPr id="2782" name="Google Shape;2782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Google Shape;2783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84" name="Google Shape;2784;p17"/>
            <p:cNvGrpSpPr/>
            <p:nvPr/>
          </p:nvGrpSpPr>
          <p:grpSpPr>
            <a:xfrm>
              <a:off x="1180628" y="4293136"/>
              <a:ext cx="147414" cy="147414"/>
              <a:chOff x="0" y="0"/>
              <a:chExt cx="812800" cy="812800"/>
            </a:xfrm>
          </p:grpSpPr>
          <p:sp>
            <p:nvSpPr>
              <p:cNvPr id="2785" name="Google Shape;2785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Google Shape;2786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87" name="Google Shape;2787;p17"/>
            <p:cNvGrpSpPr/>
            <p:nvPr/>
          </p:nvGrpSpPr>
          <p:grpSpPr>
            <a:xfrm>
              <a:off x="944503" y="4293136"/>
              <a:ext cx="147414" cy="147414"/>
              <a:chOff x="0" y="0"/>
              <a:chExt cx="812800" cy="812800"/>
            </a:xfrm>
          </p:grpSpPr>
          <p:sp>
            <p:nvSpPr>
              <p:cNvPr id="2788" name="Google Shape;2788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Google Shape;2789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90" name="Google Shape;2790;p17"/>
            <p:cNvGrpSpPr/>
            <p:nvPr/>
          </p:nvGrpSpPr>
          <p:grpSpPr>
            <a:xfrm>
              <a:off x="944503" y="4534645"/>
              <a:ext cx="147414" cy="147414"/>
              <a:chOff x="0" y="0"/>
              <a:chExt cx="812800" cy="812800"/>
            </a:xfrm>
          </p:grpSpPr>
          <p:sp>
            <p:nvSpPr>
              <p:cNvPr id="2791" name="Google Shape;2791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Google Shape;2792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93" name="Google Shape;2793;p17"/>
            <p:cNvGrpSpPr/>
            <p:nvPr/>
          </p:nvGrpSpPr>
          <p:grpSpPr>
            <a:xfrm>
              <a:off x="1180628" y="4534645"/>
              <a:ext cx="147414" cy="147414"/>
              <a:chOff x="0" y="0"/>
              <a:chExt cx="812800" cy="812800"/>
            </a:xfrm>
          </p:grpSpPr>
          <p:sp>
            <p:nvSpPr>
              <p:cNvPr id="2794" name="Google Shape;2794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Google Shape;2795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96" name="Google Shape;2796;p17"/>
            <p:cNvGrpSpPr/>
            <p:nvPr/>
          </p:nvGrpSpPr>
          <p:grpSpPr>
            <a:xfrm>
              <a:off x="708377" y="670492"/>
              <a:ext cx="147414" cy="147414"/>
              <a:chOff x="0" y="0"/>
              <a:chExt cx="812800" cy="812800"/>
            </a:xfrm>
          </p:grpSpPr>
          <p:sp>
            <p:nvSpPr>
              <p:cNvPr id="2797" name="Google Shape;2797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Google Shape;2798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799" name="Google Shape;2799;p17"/>
            <p:cNvGrpSpPr/>
            <p:nvPr/>
          </p:nvGrpSpPr>
          <p:grpSpPr>
            <a:xfrm>
              <a:off x="708377" y="912001"/>
              <a:ext cx="147414" cy="147414"/>
              <a:chOff x="0" y="0"/>
              <a:chExt cx="812800" cy="812800"/>
            </a:xfrm>
          </p:grpSpPr>
          <p:sp>
            <p:nvSpPr>
              <p:cNvPr id="2800" name="Google Shape;2800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Google Shape;2801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02" name="Google Shape;2802;p17"/>
            <p:cNvGrpSpPr/>
            <p:nvPr/>
          </p:nvGrpSpPr>
          <p:grpSpPr>
            <a:xfrm>
              <a:off x="708377" y="1153511"/>
              <a:ext cx="147414" cy="147414"/>
              <a:chOff x="0" y="0"/>
              <a:chExt cx="812800" cy="812800"/>
            </a:xfrm>
          </p:grpSpPr>
          <p:sp>
            <p:nvSpPr>
              <p:cNvPr id="2803" name="Google Shape;2803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Google Shape;2804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05" name="Google Shape;2805;p17"/>
            <p:cNvGrpSpPr/>
            <p:nvPr/>
          </p:nvGrpSpPr>
          <p:grpSpPr>
            <a:xfrm>
              <a:off x="708377" y="1395021"/>
              <a:ext cx="147414" cy="147414"/>
              <a:chOff x="0" y="0"/>
              <a:chExt cx="812800" cy="812800"/>
            </a:xfrm>
          </p:grpSpPr>
          <p:sp>
            <p:nvSpPr>
              <p:cNvPr id="2806" name="Google Shape;2806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Google Shape;2807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08" name="Google Shape;2808;p17"/>
            <p:cNvGrpSpPr/>
            <p:nvPr/>
          </p:nvGrpSpPr>
          <p:grpSpPr>
            <a:xfrm>
              <a:off x="708377" y="1636530"/>
              <a:ext cx="147414" cy="147414"/>
              <a:chOff x="0" y="0"/>
              <a:chExt cx="812800" cy="812800"/>
            </a:xfrm>
          </p:grpSpPr>
          <p:sp>
            <p:nvSpPr>
              <p:cNvPr id="2809" name="Google Shape;2809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Google Shape;2810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11" name="Google Shape;2811;p17"/>
            <p:cNvGrpSpPr/>
            <p:nvPr/>
          </p:nvGrpSpPr>
          <p:grpSpPr>
            <a:xfrm>
              <a:off x="708377" y="1878040"/>
              <a:ext cx="147414" cy="147414"/>
              <a:chOff x="0" y="0"/>
              <a:chExt cx="812800" cy="812800"/>
            </a:xfrm>
          </p:grpSpPr>
          <p:sp>
            <p:nvSpPr>
              <p:cNvPr id="2812" name="Google Shape;2812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Google Shape;2813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14" name="Google Shape;2814;p17"/>
            <p:cNvGrpSpPr/>
            <p:nvPr/>
          </p:nvGrpSpPr>
          <p:grpSpPr>
            <a:xfrm>
              <a:off x="708377" y="2119549"/>
              <a:ext cx="147414" cy="147414"/>
              <a:chOff x="0" y="0"/>
              <a:chExt cx="812800" cy="812800"/>
            </a:xfrm>
          </p:grpSpPr>
          <p:sp>
            <p:nvSpPr>
              <p:cNvPr id="2815" name="Google Shape;2815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17" name="Google Shape;2817;p17"/>
            <p:cNvGrpSpPr/>
            <p:nvPr/>
          </p:nvGrpSpPr>
          <p:grpSpPr>
            <a:xfrm>
              <a:off x="708377" y="2361059"/>
              <a:ext cx="147414" cy="147414"/>
              <a:chOff x="0" y="0"/>
              <a:chExt cx="812800" cy="812800"/>
            </a:xfrm>
          </p:grpSpPr>
          <p:sp>
            <p:nvSpPr>
              <p:cNvPr id="2818" name="Google Shape;2818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Google Shape;2819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20" name="Google Shape;2820;p17"/>
            <p:cNvGrpSpPr/>
            <p:nvPr/>
          </p:nvGrpSpPr>
          <p:grpSpPr>
            <a:xfrm>
              <a:off x="708377" y="2602569"/>
              <a:ext cx="147414" cy="147414"/>
              <a:chOff x="0" y="0"/>
              <a:chExt cx="812800" cy="812800"/>
            </a:xfrm>
          </p:grpSpPr>
          <p:sp>
            <p:nvSpPr>
              <p:cNvPr id="2821" name="Google Shape;2821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Google Shape;2822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23" name="Google Shape;2823;p17"/>
            <p:cNvGrpSpPr/>
            <p:nvPr/>
          </p:nvGrpSpPr>
          <p:grpSpPr>
            <a:xfrm>
              <a:off x="708377" y="2844078"/>
              <a:ext cx="147414" cy="147414"/>
              <a:chOff x="0" y="0"/>
              <a:chExt cx="812800" cy="812800"/>
            </a:xfrm>
          </p:grpSpPr>
          <p:sp>
            <p:nvSpPr>
              <p:cNvPr id="2824" name="Google Shape;2824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Google Shape;2825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26" name="Google Shape;2826;p17"/>
            <p:cNvGrpSpPr/>
            <p:nvPr/>
          </p:nvGrpSpPr>
          <p:grpSpPr>
            <a:xfrm>
              <a:off x="708377" y="3085588"/>
              <a:ext cx="147414" cy="147414"/>
              <a:chOff x="0" y="0"/>
              <a:chExt cx="812800" cy="812800"/>
            </a:xfrm>
          </p:grpSpPr>
          <p:sp>
            <p:nvSpPr>
              <p:cNvPr id="2827" name="Google Shape;2827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Google Shape;2828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29" name="Google Shape;2829;p17"/>
            <p:cNvGrpSpPr/>
            <p:nvPr/>
          </p:nvGrpSpPr>
          <p:grpSpPr>
            <a:xfrm>
              <a:off x="708377" y="3327097"/>
              <a:ext cx="147414" cy="147414"/>
              <a:chOff x="0" y="0"/>
              <a:chExt cx="812800" cy="812800"/>
            </a:xfrm>
          </p:grpSpPr>
          <p:sp>
            <p:nvSpPr>
              <p:cNvPr id="2830" name="Google Shape;2830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Google Shape;2831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32" name="Google Shape;2832;p17"/>
            <p:cNvGrpSpPr/>
            <p:nvPr/>
          </p:nvGrpSpPr>
          <p:grpSpPr>
            <a:xfrm>
              <a:off x="708377" y="3568607"/>
              <a:ext cx="147414" cy="147414"/>
              <a:chOff x="0" y="0"/>
              <a:chExt cx="812800" cy="812800"/>
            </a:xfrm>
          </p:grpSpPr>
          <p:sp>
            <p:nvSpPr>
              <p:cNvPr id="2833" name="Google Shape;2833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Google Shape;2834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35" name="Google Shape;2835;p17"/>
            <p:cNvGrpSpPr/>
            <p:nvPr/>
          </p:nvGrpSpPr>
          <p:grpSpPr>
            <a:xfrm>
              <a:off x="708377" y="3810117"/>
              <a:ext cx="147414" cy="147414"/>
              <a:chOff x="0" y="0"/>
              <a:chExt cx="812800" cy="812800"/>
            </a:xfrm>
          </p:grpSpPr>
          <p:sp>
            <p:nvSpPr>
              <p:cNvPr id="2836" name="Google Shape;2836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Google Shape;2837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38" name="Google Shape;2838;p17"/>
            <p:cNvGrpSpPr/>
            <p:nvPr/>
          </p:nvGrpSpPr>
          <p:grpSpPr>
            <a:xfrm>
              <a:off x="708377" y="4051626"/>
              <a:ext cx="147414" cy="147414"/>
              <a:chOff x="0" y="0"/>
              <a:chExt cx="812800" cy="812800"/>
            </a:xfrm>
          </p:grpSpPr>
          <p:sp>
            <p:nvSpPr>
              <p:cNvPr id="2839" name="Google Shape;2839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Google Shape;2840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41" name="Google Shape;2841;p17"/>
            <p:cNvGrpSpPr/>
            <p:nvPr/>
          </p:nvGrpSpPr>
          <p:grpSpPr>
            <a:xfrm>
              <a:off x="708377" y="4293136"/>
              <a:ext cx="147414" cy="147414"/>
              <a:chOff x="0" y="0"/>
              <a:chExt cx="812800" cy="812800"/>
            </a:xfrm>
          </p:grpSpPr>
          <p:sp>
            <p:nvSpPr>
              <p:cNvPr id="2842" name="Google Shape;2842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Google Shape;2843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44" name="Google Shape;2844;p17"/>
            <p:cNvGrpSpPr/>
            <p:nvPr/>
          </p:nvGrpSpPr>
          <p:grpSpPr>
            <a:xfrm>
              <a:off x="708377" y="4534645"/>
              <a:ext cx="147414" cy="147414"/>
              <a:chOff x="0" y="0"/>
              <a:chExt cx="812800" cy="812800"/>
            </a:xfrm>
          </p:grpSpPr>
          <p:sp>
            <p:nvSpPr>
              <p:cNvPr id="2845" name="Google Shape;2845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Google Shape;2846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47" name="Google Shape;2847;p17"/>
            <p:cNvGrpSpPr/>
            <p:nvPr/>
          </p:nvGrpSpPr>
          <p:grpSpPr>
            <a:xfrm>
              <a:off x="472251" y="670492"/>
              <a:ext cx="147414" cy="147414"/>
              <a:chOff x="0" y="0"/>
              <a:chExt cx="812800" cy="812800"/>
            </a:xfrm>
          </p:grpSpPr>
          <p:sp>
            <p:nvSpPr>
              <p:cNvPr id="2848" name="Google Shape;2848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Google Shape;2849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50" name="Google Shape;2850;p17"/>
            <p:cNvGrpSpPr/>
            <p:nvPr/>
          </p:nvGrpSpPr>
          <p:grpSpPr>
            <a:xfrm>
              <a:off x="472251" y="912001"/>
              <a:ext cx="147414" cy="147414"/>
              <a:chOff x="0" y="0"/>
              <a:chExt cx="812800" cy="812800"/>
            </a:xfrm>
          </p:grpSpPr>
          <p:sp>
            <p:nvSpPr>
              <p:cNvPr id="2851" name="Google Shape;2851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Google Shape;2852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53" name="Google Shape;2853;p17"/>
            <p:cNvGrpSpPr/>
            <p:nvPr/>
          </p:nvGrpSpPr>
          <p:grpSpPr>
            <a:xfrm>
              <a:off x="472251" y="1153511"/>
              <a:ext cx="147414" cy="147414"/>
              <a:chOff x="0" y="0"/>
              <a:chExt cx="812800" cy="812800"/>
            </a:xfrm>
          </p:grpSpPr>
          <p:sp>
            <p:nvSpPr>
              <p:cNvPr id="2854" name="Google Shape;2854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Google Shape;2855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56" name="Google Shape;2856;p17"/>
            <p:cNvGrpSpPr/>
            <p:nvPr/>
          </p:nvGrpSpPr>
          <p:grpSpPr>
            <a:xfrm>
              <a:off x="472251" y="1395021"/>
              <a:ext cx="147414" cy="147414"/>
              <a:chOff x="0" y="0"/>
              <a:chExt cx="812800" cy="812800"/>
            </a:xfrm>
          </p:grpSpPr>
          <p:sp>
            <p:nvSpPr>
              <p:cNvPr id="2857" name="Google Shape;2857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Google Shape;2858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59" name="Google Shape;2859;p17"/>
            <p:cNvGrpSpPr/>
            <p:nvPr/>
          </p:nvGrpSpPr>
          <p:grpSpPr>
            <a:xfrm>
              <a:off x="472251" y="1636530"/>
              <a:ext cx="147414" cy="147414"/>
              <a:chOff x="0" y="0"/>
              <a:chExt cx="812800" cy="812800"/>
            </a:xfrm>
          </p:grpSpPr>
          <p:sp>
            <p:nvSpPr>
              <p:cNvPr id="2860" name="Google Shape;2860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Google Shape;2861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62" name="Google Shape;2862;p17"/>
            <p:cNvGrpSpPr/>
            <p:nvPr/>
          </p:nvGrpSpPr>
          <p:grpSpPr>
            <a:xfrm>
              <a:off x="472251" y="1878040"/>
              <a:ext cx="147414" cy="147414"/>
              <a:chOff x="0" y="0"/>
              <a:chExt cx="812800" cy="812800"/>
            </a:xfrm>
          </p:grpSpPr>
          <p:sp>
            <p:nvSpPr>
              <p:cNvPr id="2863" name="Google Shape;2863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Google Shape;2864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65" name="Google Shape;2865;p17"/>
            <p:cNvGrpSpPr/>
            <p:nvPr/>
          </p:nvGrpSpPr>
          <p:grpSpPr>
            <a:xfrm>
              <a:off x="472251" y="2119549"/>
              <a:ext cx="147414" cy="147414"/>
              <a:chOff x="0" y="0"/>
              <a:chExt cx="812800" cy="812800"/>
            </a:xfrm>
          </p:grpSpPr>
          <p:sp>
            <p:nvSpPr>
              <p:cNvPr id="2866" name="Google Shape;2866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Google Shape;2867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68" name="Google Shape;2868;p17"/>
            <p:cNvGrpSpPr/>
            <p:nvPr/>
          </p:nvGrpSpPr>
          <p:grpSpPr>
            <a:xfrm>
              <a:off x="472251" y="2361059"/>
              <a:ext cx="147414" cy="147414"/>
              <a:chOff x="0" y="0"/>
              <a:chExt cx="812800" cy="812800"/>
            </a:xfrm>
          </p:grpSpPr>
          <p:sp>
            <p:nvSpPr>
              <p:cNvPr id="2869" name="Google Shape;2869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Google Shape;2870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71" name="Google Shape;2871;p17"/>
            <p:cNvGrpSpPr/>
            <p:nvPr/>
          </p:nvGrpSpPr>
          <p:grpSpPr>
            <a:xfrm>
              <a:off x="472251" y="2602569"/>
              <a:ext cx="147414" cy="147414"/>
              <a:chOff x="0" y="0"/>
              <a:chExt cx="812800" cy="812800"/>
            </a:xfrm>
          </p:grpSpPr>
          <p:sp>
            <p:nvSpPr>
              <p:cNvPr id="2872" name="Google Shape;2872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Google Shape;2873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74" name="Google Shape;2874;p17"/>
            <p:cNvGrpSpPr/>
            <p:nvPr/>
          </p:nvGrpSpPr>
          <p:grpSpPr>
            <a:xfrm>
              <a:off x="472251" y="2844078"/>
              <a:ext cx="147414" cy="147414"/>
              <a:chOff x="0" y="0"/>
              <a:chExt cx="812800" cy="812800"/>
            </a:xfrm>
          </p:grpSpPr>
          <p:sp>
            <p:nvSpPr>
              <p:cNvPr id="2875" name="Google Shape;2875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Google Shape;2876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77" name="Google Shape;2877;p17"/>
            <p:cNvGrpSpPr/>
            <p:nvPr/>
          </p:nvGrpSpPr>
          <p:grpSpPr>
            <a:xfrm>
              <a:off x="472251" y="3085588"/>
              <a:ext cx="147414" cy="147414"/>
              <a:chOff x="0" y="0"/>
              <a:chExt cx="812800" cy="812800"/>
            </a:xfrm>
          </p:grpSpPr>
          <p:sp>
            <p:nvSpPr>
              <p:cNvPr id="2878" name="Google Shape;2878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Google Shape;2879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80" name="Google Shape;2880;p17"/>
            <p:cNvGrpSpPr/>
            <p:nvPr/>
          </p:nvGrpSpPr>
          <p:grpSpPr>
            <a:xfrm>
              <a:off x="472251" y="3327097"/>
              <a:ext cx="147414" cy="147414"/>
              <a:chOff x="0" y="0"/>
              <a:chExt cx="812800" cy="812800"/>
            </a:xfrm>
          </p:grpSpPr>
          <p:sp>
            <p:nvSpPr>
              <p:cNvPr id="2881" name="Google Shape;2881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Google Shape;2882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83" name="Google Shape;2883;p17"/>
            <p:cNvGrpSpPr/>
            <p:nvPr/>
          </p:nvGrpSpPr>
          <p:grpSpPr>
            <a:xfrm>
              <a:off x="472251" y="3568607"/>
              <a:ext cx="147414" cy="147414"/>
              <a:chOff x="0" y="0"/>
              <a:chExt cx="812800" cy="812800"/>
            </a:xfrm>
          </p:grpSpPr>
          <p:sp>
            <p:nvSpPr>
              <p:cNvPr id="2884" name="Google Shape;2884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Google Shape;2885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86" name="Google Shape;2886;p17"/>
            <p:cNvGrpSpPr/>
            <p:nvPr/>
          </p:nvGrpSpPr>
          <p:grpSpPr>
            <a:xfrm>
              <a:off x="472251" y="3810117"/>
              <a:ext cx="147414" cy="147414"/>
              <a:chOff x="0" y="0"/>
              <a:chExt cx="812800" cy="812800"/>
            </a:xfrm>
          </p:grpSpPr>
          <p:sp>
            <p:nvSpPr>
              <p:cNvPr id="2887" name="Google Shape;2887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Google Shape;2888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89" name="Google Shape;2889;p17"/>
            <p:cNvGrpSpPr/>
            <p:nvPr/>
          </p:nvGrpSpPr>
          <p:grpSpPr>
            <a:xfrm>
              <a:off x="472251" y="4051626"/>
              <a:ext cx="147414" cy="147414"/>
              <a:chOff x="0" y="0"/>
              <a:chExt cx="812800" cy="812800"/>
            </a:xfrm>
          </p:grpSpPr>
          <p:sp>
            <p:nvSpPr>
              <p:cNvPr id="2890" name="Google Shape;2890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Google Shape;2891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92" name="Google Shape;2892;p17"/>
            <p:cNvGrpSpPr/>
            <p:nvPr/>
          </p:nvGrpSpPr>
          <p:grpSpPr>
            <a:xfrm>
              <a:off x="472251" y="4293136"/>
              <a:ext cx="147414" cy="147414"/>
              <a:chOff x="0" y="0"/>
              <a:chExt cx="812800" cy="812800"/>
            </a:xfrm>
          </p:grpSpPr>
          <p:sp>
            <p:nvSpPr>
              <p:cNvPr id="2893" name="Google Shape;2893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Google Shape;2894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95" name="Google Shape;2895;p17"/>
            <p:cNvGrpSpPr/>
            <p:nvPr/>
          </p:nvGrpSpPr>
          <p:grpSpPr>
            <a:xfrm>
              <a:off x="472251" y="4534645"/>
              <a:ext cx="147414" cy="147414"/>
              <a:chOff x="0" y="0"/>
              <a:chExt cx="812800" cy="812800"/>
            </a:xfrm>
          </p:grpSpPr>
          <p:sp>
            <p:nvSpPr>
              <p:cNvPr id="2896" name="Google Shape;2896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Google Shape;2897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898" name="Google Shape;2898;p17"/>
            <p:cNvGrpSpPr/>
            <p:nvPr/>
          </p:nvGrpSpPr>
          <p:grpSpPr>
            <a:xfrm>
              <a:off x="236126" y="912001"/>
              <a:ext cx="147414" cy="147414"/>
              <a:chOff x="0" y="0"/>
              <a:chExt cx="812800" cy="812800"/>
            </a:xfrm>
          </p:grpSpPr>
          <p:sp>
            <p:nvSpPr>
              <p:cNvPr id="2899" name="Google Shape;2899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Google Shape;2900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01" name="Google Shape;2901;p17"/>
            <p:cNvGrpSpPr/>
            <p:nvPr/>
          </p:nvGrpSpPr>
          <p:grpSpPr>
            <a:xfrm>
              <a:off x="236126" y="1153511"/>
              <a:ext cx="147414" cy="147414"/>
              <a:chOff x="0" y="0"/>
              <a:chExt cx="812800" cy="812800"/>
            </a:xfrm>
          </p:grpSpPr>
          <p:sp>
            <p:nvSpPr>
              <p:cNvPr id="2902" name="Google Shape;2902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Google Shape;2903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04" name="Google Shape;2904;p17"/>
            <p:cNvGrpSpPr/>
            <p:nvPr/>
          </p:nvGrpSpPr>
          <p:grpSpPr>
            <a:xfrm>
              <a:off x="236126" y="1395021"/>
              <a:ext cx="147414" cy="147414"/>
              <a:chOff x="0" y="0"/>
              <a:chExt cx="812800" cy="812800"/>
            </a:xfrm>
          </p:grpSpPr>
          <p:sp>
            <p:nvSpPr>
              <p:cNvPr id="2905" name="Google Shape;2905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Google Shape;2906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07" name="Google Shape;2907;p17"/>
            <p:cNvGrpSpPr/>
            <p:nvPr/>
          </p:nvGrpSpPr>
          <p:grpSpPr>
            <a:xfrm>
              <a:off x="236126" y="1636530"/>
              <a:ext cx="147414" cy="147414"/>
              <a:chOff x="0" y="0"/>
              <a:chExt cx="812800" cy="812800"/>
            </a:xfrm>
          </p:grpSpPr>
          <p:sp>
            <p:nvSpPr>
              <p:cNvPr id="2908" name="Google Shape;2908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Google Shape;2909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10" name="Google Shape;2910;p17"/>
            <p:cNvGrpSpPr/>
            <p:nvPr/>
          </p:nvGrpSpPr>
          <p:grpSpPr>
            <a:xfrm>
              <a:off x="236126" y="1878040"/>
              <a:ext cx="147414" cy="147414"/>
              <a:chOff x="0" y="0"/>
              <a:chExt cx="812800" cy="812800"/>
            </a:xfrm>
          </p:grpSpPr>
          <p:sp>
            <p:nvSpPr>
              <p:cNvPr id="2911" name="Google Shape;2911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Google Shape;2912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13" name="Google Shape;2913;p17"/>
            <p:cNvGrpSpPr/>
            <p:nvPr/>
          </p:nvGrpSpPr>
          <p:grpSpPr>
            <a:xfrm>
              <a:off x="236126" y="2119549"/>
              <a:ext cx="147414" cy="147414"/>
              <a:chOff x="0" y="0"/>
              <a:chExt cx="812800" cy="812800"/>
            </a:xfrm>
          </p:grpSpPr>
          <p:sp>
            <p:nvSpPr>
              <p:cNvPr id="2914" name="Google Shape;2914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Google Shape;2915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16" name="Google Shape;2916;p17"/>
            <p:cNvGrpSpPr/>
            <p:nvPr/>
          </p:nvGrpSpPr>
          <p:grpSpPr>
            <a:xfrm>
              <a:off x="236126" y="2361059"/>
              <a:ext cx="147414" cy="147414"/>
              <a:chOff x="0" y="0"/>
              <a:chExt cx="812800" cy="812800"/>
            </a:xfrm>
          </p:grpSpPr>
          <p:sp>
            <p:nvSpPr>
              <p:cNvPr id="2917" name="Google Shape;2917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Google Shape;2918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19" name="Google Shape;2919;p17"/>
            <p:cNvGrpSpPr/>
            <p:nvPr/>
          </p:nvGrpSpPr>
          <p:grpSpPr>
            <a:xfrm>
              <a:off x="236126" y="2602569"/>
              <a:ext cx="147414" cy="147414"/>
              <a:chOff x="0" y="0"/>
              <a:chExt cx="812800" cy="812800"/>
            </a:xfrm>
          </p:grpSpPr>
          <p:sp>
            <p:nvSpPr>
              <p:cNvPr id="2920" name="Google Shape;2920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Google Shape;2921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22" name="Google Shape;2922;p17"/>
            <p:cNvGrpSpPr/>
            <p:nvPr/>
          </p:nvGrpSpPr>
          <p:grpSpPr>
            <a:xfrm>
              <a:off x="236126" y="2844078"/>
              <a:ext cx="147414" cy="147414"/>
              <a:chOff x="0" y="0"/>
              <a:chExt cx="812800" cy="812800"/>
            </a:xfrm>
          </p:grpSpPr>
          <p:sp>
            <p:nvSpPr>
              <p:cNvPr id="2923" name="Google Shape;2923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25" name="Google Shape;2925;p17"/>
            <p:cNvGrpSpPr/>
            <p:nvPr/>
          </p:nvGrpSpPr>
          <p:grpSpPr>
            <a:xfrm>
              <a:off x="236126" y="3085588"/>
              <a:ext cx="147414" cy="147414"/>
              <a:chOff x="0" y="0"/>
              <a:chExt cx="812800" cy="812800"/>
            </a:xfrm>
          </p:grpSpPr>
          <p:sp>
            <p:nvSpPr>
              <p:cNvPr id="2926" name="Google Shape;2926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Google Shape;2927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28" name="Google Shape;2928;p17"/>
            <p:cNvGrpSpPr/>
            <p:nvPr/>
          </p:nvGrpSpPr>
          <p:grpSpPr>
            <a:xfrm>
              <a:off x="236126" y="3327097"/>
              <a:ext cx="147414" cy="147414"/>
              <a:chOff x="0" y="0"/>
              <a:chExt cx="812800" cy="812800"/>
            </a:xfrm>
          </p:grpSpPr>
          <p:sp>
            <p:nvSpPr>
              <p:cNvPr id="2929" name="Google Shape;2929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Google Shape;2930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31" name="Google Shape;2931;p17"/>
            <p:cNvGrpSpPr/>
            <p:nvPr/>
          </p:nvGrpSpPr>
          <p:grpSpPr>
            <a:xfrm>
              <a:off x="236126" y="3568607"/>
              <a:ext cx="147414" cy="147414"/>
              <a:chOff x="0" y="0"/>
              <a:chExt cx="812800" cy="812800"/>
            </a:xfrm>
          </p:grpSpPr>
          <p:sp>
            <p:nvSpPr>
              <p:cNvPr id="2932" name="Google Shape;2932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34" name="Google Shape;2934;p17"/>
            <p:cNvGrpSpPr/>
            <p:nvPr/>
          </p:nvGrpSpPr>
          <p:grpSpPr>
            <a:xfrm>
              <a:off x="236126" y="3810117"/>
              <a:ext cx="147414" cy="147414"/>
              <a:chOff x="0" y="0"/>
              <a:chExt cx="812800" cy="812800"/>
            </a:xfrm>
          </p:grpSpPr>
          <p:sp>
            <p:nvSpPr>
              <p:cNvPr id="2935" name="Google Shape;2935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37" name="Google Shape;2937;p17"/>
            <p:cNvGrpSpPr/>
            <p:nvPr/>
          </p:nvGrpSpPr>
          <p:grpSpPr>
            <a:xfrm>
              <a:off x="236126" y="4051626"/>
              <a:ext cx="147414" cy="147414"/>
              <a:chOff x="0" y="0"/>
              <a:chExt cx="812800" cy="812800"/>
            </a:xfrm>
          </p:grpSpPr>
          <p:sp>
            <p:nvSpPr>
              <p:cNvPr id="2938" name="Google Shape;2938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Google Shape;2939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40" name="Google Shape;2940;p17"/>
            <p:cNvGrpSpPr/>
            <p:nvPr/>
          </p:nvGrpSpPr>
          <p:grpSpPr>
            <a:xfrm>
              <a:off x="236126" y="4293136"/>
              <a:ext cx="147414" cy="147414"/>
              <a:chOff x="0" y="0"/>
              <a:chExt cx="812800" cy="812800"/>
            </a:xfrm>
          </p:grpSpPr>
          <p:sp>
            <p:nvSpPr>
              <p:cNvPr id="2941" name="Google Shape;2941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Google Shape;2942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43" name="Google Shape;2943;p17"/>
            <p:cNvGrpSpPr/>
            <p:nvPr/>
          </p:nvGrpSpPr>
          <p:grpSpPr>
            <a:xfrm>
              <a:off x="236126" y="4534645"/>
              <a:ext cx="147414" cy="147414"/>
              <a:chOff x="0" y="0"/>
              <a:chExt cx="812800" cy="812800"/>
            </a:xfrm>
          </p:grpSpPr>
          <p:sp>
            <p:nvSpPr>
              <p:cNvPr id="2944" name="Google Shape;2944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Google Shape;2945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46" name="Google Shape;2946;p17"/>
            <p:cNvGrpSpPr/>
            <p:nvPr/>
          </p:nvGrpSpPr>
          <p:grpSpPr>
            <a:xfrm>
              <a:off x="0" y="1153511"/>
              <a:ext cx="147414" cy="147414"/>
              <a:chOff x="0" y="0"/>
              <a:chExt cx="812800" cy="812800"/>
            </a:xfrm>
          </p:grpSpPr>
          <p:sp>
            <p:nvSpPr>
              <p:cNvPr id="2947" name="Google Shape;2947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Google Shape;2948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49" name="Google Shape;2949;p17"/>
            <p:cNvGrpSpPr/>
            <p:nvPr/>
          </p:nvGrpSpPr>
          <p:grpSpPr>
            <a:xfrm>
              <a:off x="0" y="1395021"/>
              <a:ext cx="147414" cy="147414"/>
              <a:chOff x="0" y="0"/>
              <a:chExt cx="812800" cy="812800"/>
            </a:xfrm>
          </p:grpSpPr>
          <p:sp>
            <p:nvSpPr>
              <p:cNvPr id="2950" name="Google Shape;2950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Google Shape;2951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52" name="Google Shape;2952;p17"/>
            <p:cNvGrpSpPr/>
            <p:nvPr/>
          </p:nvGrpSpPr>
          <p:grpSpPr>
            <a:xfrm>
              <a:off x="0" y="1636530"/>
              <a:ext cx="147414" cy="147414"/>
              <a:chOff x="0" y="0"/>
              <a:chExt cx="812800" cy="812800"/>
            </a:xfrm>
          </p:grpSpPr>
          <p:sp>
            <p:nvSpPr>
              <p:cNvPr id="2953" name="Google Shape;2953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Google Shape;2954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55" name="Google Shape;2955;p17"/>
            <p:cNvGrpSpPr/>
            <p:nvPr/>
          </p:nvGrpSpPr>
          <p:grpSpPr>
            <a:xfrm>
              <a:off x="0" y="1878040"/>
              <a:ext cx="147414" cy="147414"/>
              <a:chOff x="0" y="0"/>
              <a:chExt cx="812800" cy="812800"/>
            </a:xfrm>
          </p:grpSpPr>
          <p:sp>
            <p:nvSpPr>
              <p:cNvPr id="2956" name="Google Shape;2956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Google Shape;2957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58" name="Google Shape;2958;p17"/>
            <p:cNvGrpSpPr/>
            <p:nvPr/>
          </p:nvGrpSpPr>
          <p:grpSpPr>
            <a:xfrm>
              <a:off x="0" y="2119549"/>
              <a:ext cx="147414" cy="147414"/>
              <a:chOff x="0" y="0"/>
              <a:chExt cx="812800" cy="812800"/>
            </a:xfrm>
          </p:grpSpPr>
          <p:sp>
            <p:nvSpPr>
              <p:cNvPr id="2959" name="Google Shape;2959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Google Shape;2960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61" name="Google Shape;2961;p17"/>
            <p:cNvGrpSpPr/>
            <p:nvPr/>
          </p:nvGrpSpPr>
          <p:grpSpPr>
            <a:xfrm>
              <a:off x="0" y="2361059"/>
              <a:ext cx="147414" cy="147414"/>
              <a:chOff x="0" y="0"/>
              <a:chExt cx="812800" cy="812800"/>
            </a:xfrm>
          </p:grpSpPr>
          <p:sp>
            <p:nvSpPr>
              <p:cNvPr id="2962" name="Google Shape;2962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Google Shape;2963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64" name="Google Shape;2964;p17"/>
            <p:cNvGrpSpPr/>
            <p:nvPr/>
          </p:nvGrpSpPr>
          <p:grpSpPr>
            <a:xfrm>
              <a:off x="0" y="2602569"/>
              <a:ext cx="147414" cy="147414"/>
              <a:chOff x="0" y="0"/>
              <a:chExt cx="812800" cy="812800"/>
            </a:xfrm>
          </p:grpSpPr>
          <p:sp>
            <p:nvSpPr>
              <p:cNvPr id="2965" name="Google Shape;2965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Google Shape;2966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67" name="Google Shape;2967;p17"/>
            <p:cNvGrpSpPr/>
            <p:nvPr/>
          </p:nvGrpSpPr>
          <p:grpSpPr>
            <a:xfrm>
              <a:off x="0" y="2844078"/>
              <a:ext cx="147414" cy="147414"/>
              <a:chOff x="0" y="0"/>
              <a:chExt cx="812800" cy="812800"/>
            </a:xfrm>
          </p:grpSpPr>
          <p:sp>
            <p:nvSpPr>
              <p:cNvPr id="2968" name="Google Shape;2968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Google Shape;2969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70" name="Google Shape;2970;p17"/>
            <p:cNvGrpSpPr/>
            <p:nvPr/>
          </p:nvGrpSpPr>
          <p:grpSpPr>
            <a:xfrm>
              <a:off x="0" y="3085588"/>
              <a:ext cx="147414" cy="147414"/>
              <a:chOff x="0" y="0"/>
              <a:chExt cx="812800" cy="812800"/>
            </a:xfrm>
          </p:grpSpPr>
          <p:sp>
            <p:nvSpPr>
              <p:cNvPr id="2971" name="Google Shape;2971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Google Shape;2972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73" name="Google Shape;2973;p17"/>
            <p:cNvGrpSpPr/>
            <p:nvPr/>
          </p:nvGrpSpPr>
          <p:grpSpPr>
            <a:xfrm>
              <a:off x="0" y="3327097"/>
              <a:ext cx="147414" cy="147414"/>
              <a:chOff x="0" y="0"/>
              <a:chExt cx="812800" cy="812800"/>
            </a:xfrm>
          </p:grpSpPr>
          <p:sp>
            <p:nvSpPr>
              <p:cNvPr id="2974" name="Google Shape;2974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Google Shape;2975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76" name="Google Shape;2976;p17"/>
            <p:cNvGrpSpPr/>
            <p:nvPr/>
          </p:nvGrpSpPr>
          <p:grpSpPr>
            <a:xfrm>
              <a:off x="0" y="3568607"/>
              <a:ext cx="147414" cy="147414"/>
              <a:chOff x="0" y="0"/>
              <a:chExt cx="812800" cy="812800"/>
            </a:xfrm>
          </p:grpSpPr>
          <p:sp>
            <p:nvSpPr>
              <p:cNvPr id="2977" name="Google Shape;2977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Google Shape;2978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79" name="Google Shape;2979;p17"/>
            <p:cNvGrpSpPr/>
            <p:nvPr/>
          </p:nvGrpSpPr>
          <p:grpSpPr>
            <a:xfrm>
              <a:off x="0" y="3810117"/>
              <a:ext cx="147414" cy="147414"/>
              <a:chOff x="0" y="0"/>
              <a:chExt cx="812800" cy="812800"/>
            </a:xfrm>
          </p:grpSpPr>
          <p:sp>
            <p:nvSpPr>
              <p:cNvPr id="2980" name="Google Shape;2980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Google Shape;2981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82" name="Google Shape;2982;p17"/>
            <p:cNvGrpSpPr/>
            <p:nvPr/>
          </p:nvGrpSpPr>
          <p:grpSpPr>
            <a:xfrm>
              <a:off x="0" y="4051626"/>
              <a:ext cx="147414" cy="147414"/>
              <a:chOff x="0" y="0"/>
              <a:chExt cx="812800" cy="812800"/>
            </a:xfrm>
          </p:grpSpPr>
          <p:sp>
            <p:nvSpPr>
              <p:cNvPr id="2983" name="Google Shape;2983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Google Shape;2984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85" name="Google Shape;2985;p17"/>
            <p:cNvGrpSpPr/>
            <p:nvPr/>
          </p:nvGrpSpPr>
          <p:grpSpPr>
            <a:xfrm>
              <a:off x="0" y="4293136"/>
              <a:ext cx="147414" cy="147414"/>
              <a:chOff x="0" y="0"/>
              <a:chExt cx="812800" cy="812800"/>
            </a:xfrm>
          </p:grpSpPr>
          <p:sp>
            <p:nvSpPr>
              <p:cNvPr id="2986" name="Google Shape;2986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Google Shape;2987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88" name="Google Shape;2988;p17"/>
            <p:cNvGrpSpPr/>
            <p:nvPr/>
          </p:nvGrpSpPr>
          <p:grpSpPr>
            <a:xfrm>
              <a:off x="0" y="4534645"/>
              <a:ext cx="147414" cy="147414"/>
              <a:chOff x="0" y="0"/>
              <a:chExt cx="812800" cy="812800"/>
            </a:xfrm>
          </p:grpSpPr>
          <p:sp>
            <p:nvSpPr>
              <p:cNvPr id="2989" name="Google Shape;2989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Google Shape;2990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91" name="Google Shape;2991;p17"/>
            <p:cNvGrpSpPr/>
            <p:nvPr/>
          </p:nvGrpSpPr>
          <p:grpSpPr>
            <a:xfrm>
              <a:off x="0" y="912001"/>
              <a:ext cx="147414" cy="147414"/>
              <a:chOff x="0" y="0"/>
              <a:chExt cx="812800" cy="812800"/>
            </a:xfrm>
          </p:grpSpPr>
          <p:sp>
            <p:nvSpPr>
              <p:cNvPr id="2992" name="Google Shape;2992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Google Shape;2993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94" name="Google Shape;2994;p17"/>
            <p:cNvGrpSpPr/>
            <p:nvPr/>
          </p:nvGrpSpPr>
          <p:grpSpPr>
            <a:xfrm>
              <a:off x="236126" y="670492"/>
              <a:ext cx="147414" cy="147414"/>
              <a:chOff x="0" y="0"/>
              <a:chExt cx="812800" cy="812800"/>
            </a:xfrm>
          </p:grpSpPr>
          <p:sp>
            <p:nvSpPr>
              <p:cNvPr id="2995" name="Google Shape;2995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Google Shape;2996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2997" name="Google Shape;2997;p17"/>
            <p:cNvGrpSpPr/>
            <p:nvPr/>
          </p:nvGrpSpPr>
          <p:grpSpPr>
            <a:xfrm>
              <a:off x="0" y="670492"/>
              <a:ext cx="147414" cy="147414"/>
              <a:chOff x="0" y="0"/>
              <a:chExt cx="812800" cy="812800"/>
            </a:xfrm>
          </p:grpSpPr>
          <p:sp>
            <p:nvSpPr>
              <p:cNvPr id="2998" name="Google Shape;2998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Google Shape;2999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000" name="Google Shape;3000;p17"/>
            <p:cNvGrpSpPr/>
            <p:nvPr/>
          </p:nvGrpSpPr>
          <p:grpSpPr>
            <a:xfrm>
              <a:off x="236126" y="459927"/>
              <a:ext cx="147414" cy="147414"/>
              <a:chOff x="0" y="0"/>
              <a:chExt cx="812800" cy="812800"/>
            </a:xfrm>
          </p:grpSpPr>
          <p:sp>
            <p:nvSpPr>
              <p:cNvPr id="3001" name="Google Shape;3001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Google Shape;3002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003" name="Google Shape;3003;p17"/>
            <p:cNvGrpSpPr/>
            <p:nvPr/>
          </p:nvGrpSpPr>
          <p:grpSpPr>
            <a:xfrm>
              <a:off x="0" y="459927"/>
              <a:ext cx="147414" cy="147414"/>
              <a:chOff x="0" y="0"/>
              <a:chExt cx="812800" cy="812800"/>
            </a:xfrm>
          </p:grpSpPr>
          <p:sp>
            <p:nvSpPr>
              <p:cNvPr id="3004" name="Google Shape;3004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Google Shape;3005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006" name="Google Shape;3006;p17"/>
            <p:cNvGrpSpPr/>
            <p:nvPr/>
          </p:nvGrpSpPr>
          <p:grpSpPr>
            <a:xfrm>
              <a:off x="0" y="223614"/>
              <a:ext cx="147414" cy="147414"/>
              <a:chOff x="0" y="0"/>
              <a:chExt cx="812800" cy="812800"/>
            </a:xfrm>
          </p:grpSpPr>
          <p:sp>
            <p:nvSpPr>
              <p:cNvPr id="3007" name="Google Shape;3007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Google Shape;3008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009" name="Google Shape;3009;p17"/>
            <p:cNvGrpSpPr/>
            <p:nvPr/>
          </p:nvGrpSpPr>
          <p:grpSpPr>
            <a:xfrm>
              <a:off x="472439" y="459927"/>
              <a:ext cx="147414" cy="147414"/>
              <a:chOff x="0" y="0"/>
              <a:chExt cx="812800" cy="812800"/>
            </a:xfrm>
          </p:grpSpPr>
          <p:sp>
            <p:nvSpPr>
              <p:cNvPr id="3010" name="Google Shape;3010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Google Shape;3011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012" name="Google Shape;3012;p17"/>
            <p:cNvGrpSpPr/>
            <p:nvPr/>
          </p:nvGrpSpPr>
          <p:grpSpPr>
            <a:xfrm>
              <a:off x="236126" y="223614"/>
              <a:ext cx="147414" cy="147414"/>
              <a:chOff x="0" y="0"/>
              <a:chExt cx="812800" cy="812800"/>
            </a:xfrm>
          </p:grpSpPr>
          <p:sp>
            <p:nvSpPr>
              <p:cNvPr id="3013" name="Google Shape;3013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Google Shape;3014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015" name="Google Shape;3015;p17"/>
            <p:cNvGrpSpPr/>
            <p:nvPr/>
          </p:nvGrpSpPr>
          <p:grpSpPr>
            <a:xfrm>
              <a:off x="705570" y="459927"/>
              <a:ext cx="147414" cy="147414"/>
              <a:chOff x="0" y="0"/>
              <a:chExt cx="812800" cy="812800"/>
            </a:xfrm>
          </p:grpSpPr>
          <p:sp>
            <p:nvSpPr>
              <p:cNvPr id="3016" name="Google Shape;3016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Google Shape;3017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018" name="Google Shape;3018;p17"/>
            <p:cNvGrpSpPr/>
            <p:nvPr/>
          </p:nvGrpSpPr>
          <p:grpSpPr>
            <a:xfrm>
              <a:off x="941883" y="459927"/>
              <a:ext cx="147414" cy="147414"/>
              <a:chOff x="0" y="0"/>
              <a:chExt cx="812800" cy="812800"/>
            </a:xfrm>
          </p:grpSpPr>
          <p:sp>
            <p:nvSpPr>
              <p:cNvPr id="3019" name="Google Shape;3019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Google Shape;3020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021" name="Google Shape;3021;p17"/>
            <p:cNvGrpSpPr/>
            <p:nvPr/>
          </p:nvGrpSpPr>
          <p:grpSpPr>
            <a:xfrm>
              <a:off x="1178197" y="459927"/>
              <a:ext cx="147414" cy="147414"/>
              <a:chOff x="0" y="0"/>
              <a:chExt cx="812800" cy="812800"/>
            </a:xfrm>
          </p:grpSpPr>
          <p:sp>
            <p:nvSpPr>
              <p:cNvPr id="3022" name="Google Shape;3022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Google Shape;3023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024" name="Google Shape;3024;p17"/>
            <p:cNvGrpSpPr/>
            <p:nvPr/>
          </p:nvGrpSpPr>
          <p:grpSpPr>
            <a:xfrm>
              <a:off x="0" y="0"/>
              <a:ext cx="147414" cy="147414"/>
              <a:chOff x="0" y="0"/>
              <a:chExt cx="812800" cy="812800"/>
            </a:xfrm>
          </p:grpSpPr>
          <p:sp>
            <p:nvSpPr>
              <p:cNvPr id="3025" name="Google Shape;3025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Google Shape;3026;p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3027" name="Google Shape;3027;p17"/>
          <p:cNvGrpSpPr/>
          <p:nvPr/>
        </p:nvGrpSpPr>
        <p:grpSpPr>
          <a:xfrm rot="10800000">
            <a:off x="17626374" y="8612163"/>
            <a:ext cx="110560" cy="110560"/>
            <a:chOff x="0" y="0"/>
            <a:chExt cx="812800" cy="812800"/>
          </a:xfrm>
        </p:grpSpPr>
        <p:sp>
          <p:nvSpPr>
            <p:cNvPr id="3028" name="Google Shape;3028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30" name="Google Shape;3030;p17"/>
          <p:cNvGrpSpPr/>
          <p:nvPr/>
        </p:nvGrpSpPr>
        <p:grpSpPr>
          <a:xfrm rot="10800000">
            <a:off x="17449280" y="8612163"/>
            <a:ext cx="110560" cy="110560"/>
            <a:chOff x="0" y="0"/>
            <a:chExt cx="812800" cy="812800"/>
          </a:xfrm>
        </p:grpSpPr>
        <p:sp>
          <p:nvSpPr>
            <p:cNvPr id="3031" name="Google Shape;3031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33" name="Google Shape;3033;p17"/>
          <p:cNvGrpSpPr/>
          <p:nvPr/>
        </p:nvGrpSpPr>
        <p:grpSpPr>
          <a:xfrm rot="10800000">
            <a:off x="17449280" y="8431031"/>
            <a:ext cx="110560" cy="110560"/>
            <a:chOff x="0" y="0"/>
            <a:chExt cx="812800" cy="812800"/>
          </a:xfrm>
        </p:grpSpPr>
        <p:sp>
          <p:nvSpPr>
            <p:cNvPr id="3034" name="Google Shape;3034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36" name="Google Shape;3036;p17"/>
          <p:cNvGrpSpPr/>
          <p:nvPr/>
        </p:nvGrpSpPr>
        <p:grpSpPr>
          <a:xfrm rot="10800000">
            <a:off x="17626374" y="8431031"/>
            <a:ext cx="110560" cy="110560"/>
            <a:chOff x="0" y="0"/>
            <a:chExt cx="812800" cy="812800"/>
          </a:xfrm>
        </p:grpSpPr>
        <p:sp>
          <p:nvSpPr>
            <p:cNvPr id="3037" name="Google Shape;3037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39" name="Google Shape;3039;p17"/>
          <p:cNvGrpSpPr/>
          <p:nvPr/>
        </p:nvGrpSpPr>
        <p:grpSpPr>
          <a:xfrm rot="10800000">
            <a:off x="17626374" y="8249899"/>
            <a:ext cx="110560" cy="110560"/>
            <a:chOff x="0" y="0"/>
            <a:chExt cx="812800" cy="812800"/>
          </a:xfrm>
        </p:grpSpPr>
        <p:sp>
          <p:nvSpPr>
            <p:cNvPr id="3040" name="Google Shape;3040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42" name="Google Shape;3042;p17"/>
          <p:cNvGrpSpPr/>
          <p:nvPr/>
        </p:nvGrpSpPr>
        <p:grpSpPr>
          <a:xfrm rot="10800000">
            <a:off x="17449280" y="8249899"/>
            <a:ext cx="110560" cy="110560"/>
            <a:chOff x="0" y="0"/>
            <a:chExt cx="812800" cy="812800"/>
          </a:xfrm>
        </p:grpSpPr>
        <p:sp>
          <p:nvSpPr>
            <p:cNvPr id="3043" name="Google Shape;3043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45" name="Google Shape;3045;p17"/>
          <p:cNvGrpSpPr/>
          <p:nvPr/>
        </p:nvGrpSpPr>
        <p:grpSpPr>
          <a:xfrm rot="10800000">
            <a:off x="17449280" y="8068767"/>
            <a:ext cx="110560" cy="110560"/>
            <a:chOff x="0" y="0"/>
            <a:chExt cx="812800" cy="812800"/>
          </a:xfrm>
        </p:grpSpPr>
        <p:sp>
          <p:nvSpPr>
            <p:cNvPr id="3046" name="Google Shape;3046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48" name="Google Shape;3048;p17"/>
          <p:cNvGrpSpPr/>
          <p:nvPr/>
        </p:nvGrpSpPr>
        <p:grpSpPr>
          <a:xfrm rot="10800000">
            <a:off x="17626374" y="8068767"/>
            <a:ext cx="110560" cy="110560"/>
            <a:chOff x="0" y="0"/>
            <a:chExt cx="812800" cy="812800"/>
          </a:xfrm>
        </p:grpSpPr>
        <p:sp>
          <p:nvSpPr>
            <p:cNvPr id="3049" name="Google Shape;3049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51" name="Google Shape;3051;p17"/>
          <p:cNvGrpSpPr/>
          <p:nvPr/>
        </p:nvGrpSpPr>
        <p:grpSpPr>
          <a:xfrm rot="10800000">
            <a:off x="17626374" y="7887635"/>
            <a:ext cx="110560" cy="110560"/>
            <a:chOff x="0" y="0"/>
            <a:chExt cx="812800" cy="812800"/>
          </a:xfrm>
        </p:grpSpPr>
        <p:sp>
          <p:nvSpPr>
            <p:cNvPr id="3052" name="Google Shape;3052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54" name="Google Shape;3054;p17"/>
          <p:cNvGrpSpPr/>
          <p:nvPr/>
        </p:nvGrpSpPr>
        <p:grpSpPr>
          <a:xfrm rot="10800000">
            <a:off x="17449280" y="7887635"/>
            <a:ext cx="110560" cy="110560"/>
            <a:chOff x="0" y="0"/>
            <a:chExt cx="812800" cy="812800"/>
          </a:xfrm>
        </p:grpSpPr>
        <p:sp>
          <p:nvSpPr>
            <p:cNvPr id="3055" name="Google Shape;3055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57" name="Google Shape;3057;p17"/>
          <p:cNvGrpSpPr/>
          <p:nvPr/>
        </p:nvGrpSpPr>
        <p:grpSpPr>
          <a:xfrm rot="10800000">
            <a:off x="17449280" y="7706502"/>
            <a:ext cx="110560" cy="110560"/>
            <a:chOff x="0" y="0"/>
            <a:chExt cx="812800" cy="812800"/>
          </a:xfrm>
        </p:grpSpPr>
        <p:sp>
          <p:nvSpPr>
            <p:cNvPr id="3058" name="Google Shape;3058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60" name="Google Shape;3060;p17"/>
          <p:cNvGrpSpPr/>
          <p:nvPr/>
        </p:nvGrpSpPr>
        <p:grpSpPr>
          <a:xfrm rot="10800000">
            <a:off x="17626374" y="7706502"/>
            <a:ext cx="110560" cy="110560"/>
            <a:chOff x="0" y="0"/>
            <a:chExt cx="812800" cy="812800"/>
          </a:xfrm>
        </p:grpSpPr>
        <p:sp>
          <p:nvSpPr>
            <p:cNvPr id="3061" name="Google Shape;3061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63" name="Google Shape;3063;p17"/>
          <p:cNvGrpSpPr/>
          <p:nvPr/>
        </p:nvGrpSpPr>
        <p:grpSpPr>
          <a:xfrm rot="10800000">
            <a:off x="17626374" y="7525370"/>
            <a:ext cx="110560" cy="110560"/>
            <a:chOff x="0" y="0"/>
            <a:chExt cx="812800" cy="812800"/>
          </a:xfrm>
        </p:grpSpPr>
        <p:sp>
          <p:nvSpPr>
            <p:cNvPr id="3064" name="Google Shape;3064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66" name="Google Shape;3066;p17"/>
          <p:cNvGrpSpPr/>
          <p:nvPr/>
        </p:nvGrpSpPr>
        <p:grpSpPr>
          <a:xfrm rot="10800000">
            <a:off x="17449280" y="7525370"/>
            <a:ext cx="110560" cy="110560"/>
            <a:chOff x="0" y="0"/>
            <a:chExt cx="812800" cy="812800"/>
          </a:xfrm>
        </p:grpSpPr>
        <p:sp>
          <p:nvSpPr>
            <p:cNvPr id="3067" name="Google Shape;3067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69" name="Google Shape;3069;p17"/>
          <p:cNvGrpSpPr/>
          <p:nvPr/>
        </p:nvGrpSpPr>
        <p:grpSpPr>
          <a:xfrm rot="10800000">
            <a:off x="17449280" y="7344238"/>
            <a:ext cx="110560" cy="110560"/>
            <a:chOff x="0" y="0"/>
            <a:chExt cx="812800" cy="812800"/>
          </a:xfrm>
        </p:grpSpPr>
        <p:sp>
          <p:nvSpPr>
            <p:cNvPr id="3070" name="Google Shape;3070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72" name="Google Shape;3072;p17"/>
          <p:cNvGrpSpPr/>
          <p:nvPr/>
        </p:nvGrpSpPr>
        <p:grpSpPr>
          <a:xfrm rot="10800000">
            <a:off x="17626374" y="7344238"/>
            <a:ext cx="110560" cy="110560"/>
            <a:chOff x="0" y="0"/>
            <a:chExt cx="812800" cy="812800"/>
          </a:xfrm>
        </p:grpSpPr>
        <p:sp>
          <p:nvSpPr>
            <p:cNvPr id="3073" name="Google Shape;3073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75" name="Google Shape;3075;p17"/>
          <p:cNvGrpSpPr/>
          <p:nvPr/>
        </p:nvGrpSpPr>
        <p:grpSpPr>
          <a:xfrm rot="10800000">
            <a:off x="17626374" y="7163106"/>
            <a:ext cx="110560" cy="110560"/>
            <a:chOff x="0" y="0"/>
            <a:chExt cx="812800" cy="812800"/>
          </a:xfrm>
        </p:grpSpPr>
        <p:sp>
          <p:nvSpPr>
            <p:cNvPr id="3076" name="Google Shape;3076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78" name="Google Shape;3078;p17"/>
          <p:cNvGrpSpPr/>
          <p:nvPr/>
        </p:nvGrpSpPr>
        <p:grpSpPr>
          <a:xfrm rot="10800000">
            <a:off x="17449280" y="7163106"/>
            <a:ext cx="110560" cy="110560"/>
            <a:chOff x="0" y="0"/>
            <a:chExt cx="812800" cy="812800"/>
          </a:xfrm>
        </p:grpSpPr>
        <p:sp>
          <p:nvSpPr>
            <p:cNvPr id="3079" name="Google Shape;3079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81" name="Google Shape;3081;p17"/>
          <p:cNvGrpSpPr/>
          <p:nvPr/>
        </p:nvGrpSpPr>
        <p:grpSpPr>
          <a:xfrm rot="10800000">
            <a:off x="17449280" y="6981974"/>
            <a:ext cx="110560" cy="110560"/>
            <a:chOff x="0" y="0"/>
            <a:chExt cx="812800" cy="812800"/>
          </a:xfrm>
        </p:grpSpPr>
        <p:sp>
          <p:nvSpPr>
            <p:cNvPr id="3082" name="Google Shape;3082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84" name="Google Shape;3084;p17"/>
          <p:cNvGrpSpPr/>
          <p:nvPr/>
        </p:nvGrpSpPr>
        <p:grpSpPr>
          <a:xfrm rot="10800000">
            <a:off x="17626374" y="6981974"/>
            <a:ext cx="110560" cy="110560"/>
            <a:chOff x="0" y="0"/>
            <a:chExt cx="812800" cy="812800"/>
          </a:xfrm>
        </p:grpSpPr>
        <p:sp>
          <p:nvSpPr>
            <p:cNvPr id="3085" name="Google Shape;3085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87" name="Google Shape;3087;p17"/>
          <p:cNvGrpSpPr/>
          <p:nvPr/>
        </p:nvGrpSpPr>
        <p:grpSpPr>
          <a:xfrm rot="10800000">
            <a:off x="17626374" y="6800841"/>
            <a:ext cx="110560" cy="110560"/>
            <a:chOff x="0" y="0"/>
            <a:chExt cx="812800" cy="812800"/>
          </a:xfrm>
        </p:grpSpPr>
        <p:sp>
          <p:nvSpPr>
            <p:cNvPr id="3088" name="Google Shape;3088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90" name="Google Shape;3090;p17"/>
          <p:cNvGrpSpPr/>
          <p:nvPr/>
        </p:nvGrpSpPr>
        <p:grpSpPr>
          <a:xfrm rot="10800000">
            <a:off x="17449280" y="6800841"/>
            <a:ext cx="110560" cy="110560"/>
            <a:chOff x="0" y="0"/>
            <a:chExt cx="812800" cy="812800"/>
          </a:xfrm>
        </p:grpSpPr>
        <p:sp>
          <p:nvSpPr>
            <p:cNvPr id="3091" name="Google Shape;3091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93" name="Google Shape;3093;p17"/>
          <p:cNvGrpSpPr/>
          <p:nvPr/>
        </p:nvGrpSpPr>
        <p:grpSpPr>
          <a:xfrm rot="10800000">
            <a:off x="17449280" y="6619709"/>
            <a:ext cx="110560" cy="110560"/>
            <a:chOff x="0" y="0"/>
            <a:chExt cx="812800" cy="812800"/>
          </a:xfrm>
        </p:grpSpPr>
        <p:sp>
          <p:nvSpPr>
            <p:cNvPr id="3094" name="Google Shape;3094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96" name="Google Shape;3096;p17"/>
          <p:cNvGrpSpPr/>
          <p:nvPr/>
        </p:nvGrpSpPr>
        <p:grpSpPr>
          <a:xfrm rot="10800000">
            <a:off x="17626374" y="6619709"/>
            <a:ext cx="110560" cy="110560"/>
            <a:chOff x="0" y="0"/>
            <a:chExt cx="812800" cy="812800"/>
          </a:xfrm>
        </p:grpSpPr>
        <p:sp>
          <p:nvSpPr>
            <p:cNvPr id="3097" name="Google Shape;3097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099" name="Google Shape;3099;p17"/>
          <p:cNvGrpSpPr/>
          <p:nvPr/>
        </p:nvGrpSpPr>
        <p:grpSpPr>
          <a:xfrm rot="10800000">
            <a:off x="17626374" y="6438577"/>
            <a:ext cx="110560" cy="110560"/>
            <a:chOff x="0" y="0"/>
            <a:chExt cx="812800" cy="812800"/>
          </a:xfrm>
        </p:grpSpPr>
        <p:sp>
          <p:nvSpPr>
            <p:cNvPr id="3100" name="Google Shape;3100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02" name="Google Shape;3102;p17"/>
          <p:cNvGrpSpPr/>
          <p:nvPr/>
        </p:nvGrpSpPr>
        <p:grpSpPr>
          <a:xfrm rot="10800000">
            <a:off x="17449280" y="6438577"/>
            <a:ext cx="110560" cy="110560"/>
            <a:chOff x="0" y="0"/>
            <a:chExt cx="812800" cy="812800"/>
          </a:xfrm>
        </p:grpSpPr>
        <p:sp>
          <p:nvSpPr>
            <p:cNvPr id="3103" name="Google Shape;3103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05" name="Google Shape;3105;p17"/>
          <p:cNvGrpSpPr/>
          <p:nvPr/>
        </p:nvGrpSpPr>
        <p:grpSpPr>
          <a:xfrm rot="10800000">
            <a:off x="17449280" y="6257445"/>
            <a:ext cx="110560" cy="110560"/>
            <a:chOff x="0" y="0"/>
            <a:chExt cx="812800" cy="812800"/>
          </a:xfrm>
        </p:grpSpPr>
        <p:sp>
          <p:nvSpPr>
            <p:cNvPr id="3106" name="Google Shape;3106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08" name="Google Shape;3108;p17"/>
          <p:cNvGrpSpPr/>
          <p:nvPr/>
        </p:nvGrpSpPr>
        <p:grpSpPr>
          <a:xfrm rot="10800000">
            <a:off x="17626374" y="6257445"/>
            <a:ext cx="110560" cy="110560"/>
            <a:chOff x="0" y="0"/>
            <a:chExt cx="812800" cy="812800"/>
          </a:xfrm>
        </p:grpSpPr>
        <p:sp>
          <p:nvSpPr>
            <p:cNvPr id="3109" name="Google Shape;3109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11" name="Google Shape;3111;p17"/>
          <p:cNvGrpSpPr/>
          <p:nvPr/>
        </p:nvGrpSpPr>
        <p:grpSpPr>
          <a:xfrm rot="10800000">
            <a:off x="17626374" y="6076312"/>
            <a:ext cx="110560" cy="110560"/>
            <a:chOff x="0" y="0"/>
            <a:chExt cx="812800" cy="812800"/>
          </a:xfrm>
        </p:grpSpPr>
        <p:sp>
          <p:nvSpPr>
            <p:cNvPr id="3112" name="Google Shape;3112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14" name="Google Shape;3114;p17"/>
          <p:cNvGrpSpPr/>
          <p:nvPr/>
        </p:nvGrpSpPr>
        <p:grpSpPr>
          <a:xfrm rot="10800000">
            <a:off x="17449280" y="6076312"/>
            <a:ext cx="110560" cy="110560"/>
            <a:chOff x="0" y="0"/>
            <a:chExt cx="812800" cy="812800"/>
          </a:xfrm>
        </p:grpSpPr>
        <p:sp>
          <p:nvSpPr>
            <p:cNvPr id="3115" name="Google Shape;3115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17" name="Google Shape;3117;p17"/>
          <p:cNvGrpSpPr/>
          <p:nvPr/>
        </p:nvGrpSpPr>
        <p:grpSpPr>
          <a:xfrm rot="10800000">
            <a:off x="17449280" y="5895180"/>
            <a:ext cx="110560" cy="110560"/>
            <a:chOff x="0" y="0"/>
            <a:chExt cx="812800" cy="812800"/>
          </a:xfrm>
        </p:grpSpPr>
        <p:sp>
          <p:nvSpPr>
            <p:cNvPr id="3118" name="Google Shape;3118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20" name="Google Shape;3120;p17"/>
          <p:cNvGrpSpPr/>
          <p:nvPr/>
        </p:nvGrpSpPr>
        <p:grpSpPr>
          <a:xfrm rot="10800000">
            <a:off x="17626374" y="5895180"/>
            <a:ext cx="110560" cy="110560"/>
            <a:chOff x="0" y="0"/>
            <a:chExt cx="812800" cy="812800"/>
          </a:xfrm>
        </p:grpSpPr>
        <p:sp>
          <p:nvSpPr>
            <p:cNvPr id="3121" name="Google Shape;3121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23" name="Google Shape;3123;p17"/>
          <p:cNvGrpSpPr/>
          <p:nvPr/>
        </p:nvGrpSpPr>
        <p:grpSpPr>
          <a:xfrm rot="10800000">
            <a:off x="17626374" y="5714048"/>
            <a:ext cx="110560" cy="110560"/>
            <a:chOff x="0" y="0"/>
            <a:chExt cx="812800" cy="812800"/>
          </a:xfrm>
        </p:grpSpPr>
        <p:sp>
          <p:nvSpPr>
            <p:cNvPr id="3124" name="Google Shape;3124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26" name="Google Shape;3126;p17"/>
          <p:cNvGrpSpPr/>
          <p:nvPr/>
        </p:nvGrpSpPr>
        <p:grpSpPr>
          <a:xfrm rot="10800000">
            <a:off x="17449280" y="5714048"/>
            <a:ext cx="110560" cy="110560"/>
            <a:chOff x="0" y="0"/>
            <a:chExt cx="812800" cy="812800"/>
          </a:xfrm>
        </p:grpSpPr>
        <p:sp>
          <p:nvSpPr>
            <p:cNvPr id="3127" name="Google Shape;3127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29" name="Google Shape;3129;p17"/>
          <p:cNvGrpSpPr/>
          <p:nvPr/>
        </p:nvGrpSpPr>
        <p:grpSpPr>
          <a:xfrm rot="10800000">
            <a:off x="17803468" y="8612163"/>
            <a:ext cx="110560" cy="110560"/>
            <a:chOff x="0" y="0"/>
            <a:chExt cx="812800" cy="812800"/>
          </a:xfrm>
        </p:grpSpPr>
        <p:sp>
          <p:nvSpPr>
            <p:cNvPr id="3130" name="Google Shape;3130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32" name="Google Shape;3132;p17"/>
          <p:cNvGrpSpPr/>
          <p:nvPr/>
        </p:nvGrpSpPr>
        <p:grpSpPr>
          <a:xfrm rot="10800000">
            <a:off x="17803468" y="8431031"/>
            <a:ext cx="110560" cy="110560"/>
            <a:chOff x="0" y="0"/>
            <a:chExt cx="812800" cy="812800"/>
          </a:xfrm>
        </p:grpSpPr>
        <p:sp>
          <p:nvSpPr>
            <p:cNvPr id="3133" name="Google Shape;3133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35" name="Google Shape;3135;p17"/>
          <p:cNvGrpSpPr/>
          <p:nvPr/>
        </p:nvGrpSpPr>
        <p:grpSpPr>
          <a:xfrm rot="10800000">
            <a:off x="17803468" y="8249899"/>
            <a:ext cx="110560" cy="110560"/>
            <a:chOff x="0" y="0"/>
            <a:chExt cx="812800" cy="812800"/>
          </a:xfrm>
        </p:grpSpPr>
        <p:sp>
          <p:nvSpPr>
            <p:cNvPr id="3136" name="Google Shape;3136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38" name="Google Shape;3138;p17"/>
          <p:cNvGrpSpPr/>
          <p:nvPr/>
        </p:nvGrpSpPr>
        <p:grpSpPr>
          <a:xfrm rot="10800000">
            <a:off x="17803468" y="8068767"/>
            <a:ext cx="110560" cy="110560"/>
            <a:chOff x="0" y="0"/>
            <a:chExt cx="812800" cy="812800"/>
          </a:xfrm>
        </p:grpSpPr>
        <p:sp>
          <p:nvSpPr>
            <p:cNvPr id="3139" name="Google Shape;3139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41" name="Google Shape;3141;p17"/>
          <p:cNvGrpSpPr/>
          <p:nvPr/>
        </p:nvGrpSpPr>
        <p:grpSpPr>
          <a:xfrm rot="10800000">
            <a:off x="17803468" y="7887635"/>
            <a:ext cx="110560" cy="110560"/>
            <a:chOff x="0" y="0"/>
            <a:chExt cx="812800" cy="812800"/>
          </a:xfrm>
        </p:grpSpPr>
        <p:sp>
          <p:nvSpPr>
            <p:cNvPr id="3142" name="Google Shape;3142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44" name="Google Shape;3144;p17"/>
          <p:cNvGrpSpPr/>
          <p:nvPr/>
        </p:nvGrpSpPr>
        <p:grpSpPr>
          <a:xfrm rot="10800000">
            <a:off x="17803468" y="7706502"/>
            <a:ext cx="110560" cy="110560"/>
            <a:chOff x="0" y="0"/>
            <a:chExt cx="812800" cy="812800"/>
          </a:xfrm>
        </p:grpSpPr>
        <p:sp>
          <p:nvSpPr>
            <p:cNvPr id="3145" name="Google Shape;3145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47" name="Google Shape;3147;p17"/>
          <p:cNvGrpSpPr/>
          <p:nvPr/>
        </p:nvGrpSpPr>
        <p:grpSpPr>
          <a:xfrm rot="10800000">
            <a:off x="17803468" y="7525370"/>
            <a:ext cx="110560" cy="110560"/>
            <a:chOff x="0" y="0"/>
            <a:chExt cx="812800" cy="812800"/>
          </a:xfrm>
        </p:grpSpPr>
        <p:sp>
          <p:nvSpPr>
            <p:cNvPr id="3148" name="Google Shape;3148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50" name="Google Shape;3150;p17"/>
          <p:cNvGrpSpPr/>
          <p:nvPr/>
        </p:nvGrpSpPr>
        <p:grpSpPr>
          <a:xfrm rot="10800000">
            <a:off x="17803468" y="7344238"/>
            <a:ext cx="110560" cy="110560"/>
            <a:chOff x="0" y="0"/>
            <a:chExt cx="812800" cy="812800"/>
          </a:xfrm>
        </p:grpSpPr>
        <p:sp>
          <p:nvSpPr>
            <p:cNvPr id="3151" name="Google Shape;3151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53" name="Google Shape;3153;p17"/>
          <p:cNvGrpSpPr/>
          <p:nvPr/>
        </p:nvGrpSpPr>
        <p:grpSpPr>
          <a:xfrm rot="10800000">
            <a:off x="17803468" y="7163106"/>
            <a:ext cx="110560" cy="110560"/>
            <a:chOff x="0" y="0"/>
            <a:chExt cx="812800" cy="812800"/>
          </a:xfrm>
        </p:grpSpPr>
        <p:sp>
          <p:nvSpPr>
            <p:cNvPr id="3154" name="Google Shape;3154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56" name="Google Shape;3156;p17"/>
          <p:cNvGrpSpPr/>
          <p:nvPr/>
        </p:nvGrpSpPr>
        <p:grpSpPr>
          <a:xfrm rot="10800000">
            <a:off x="17803468" y="6981974"/>
            <a:ext cx="110560" cy="110560"/>
            <a:chOff x="0" y="0"/>
            <a:chExt cx="812800" cy="812800"/>
          </a:xfrm>
        </p:grpSpPr>
        <p:sp>
          <p:nvSpPr>
            <p:cNvPr id="3157" name="Google Shape;3157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59" name="Google Shape;3159;p17"/>
          <p:cNvGrpSpPr/>
          <p:nvPr/>
        </p:nvGrpSpPr>
        <p:grpSpPr>
          <a:xfrm rot="10800000">
            <a:off x="17803468" y="6800841"/>
            <a:ext cx="110560" cy="110560"/>
            <a:chOff x="0" y="0"/>
            <a:chExt cx="812800" cy="812800"/>
          </a:xfrm>
        </p:grpSpPr>
        <p:sp>
          <p:nvSpPr>
            <p:cNvPr id="3160" name="Google Shape;3160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62" name="Google Shape;3162;p17"/>
          <p:cNvGrpSpPr/>
          <p:nvPr/>
        </p:nvGrpSpPr>
        <p:grpSpPr>
          <a:xfrm rot="10800000">
            <a:off x="17803468" y="6619709"/>
            <a:ext cx="110560" cy="110560"/>
            <a:chOff x="0" y="0"/>
            <a:chExt cx="812800" cy="812800"/>
          </a:xfrm>
        </p:grpSpPr>
        <p:sp>
          <p:nvSpPr>
            <p:cNvPr id="3163" name="Google Shape;3163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65" name="Google Shape;3165;p17"/>
          <p:cNvGrpSpPr/>
          <p:nvPr/>
        </p:nvGrpSpPr>
        <p:grpSpPr>
          <a:xfrm rot="10800000">
            <a:off x="17803468" y="6438577"/>
            <a:ext cx="110560" cy="110560"/>
            <a:chOff x="0" y="0"/>
            <a:chExt cx="812800" cy="812800"/>
          </a:xfrm>
        </p:grpSpPr>
        <p:sp>
          <p:nvSpPr>
            <p:cNvPr id="3166" name="Google Shape;3166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68" name="Google Shape;3168;p17"/>
          <p:cNvGrpSpPr/>
          <p:nvPr/>
        </p:nvGrpSpPr>
        <p:grpSpPr>
          <a:xfrm rot="10800000">
            <a:off x="17803468" y="6257445"/>
            <a:ext cx="110560" cy="110560"/>
            <a:chOff x="0" y="0"/>
            <a:chExt cx="812800" cy="812800"/>
          </a:xfrm>
        </p:grpSpPr>
        <p:sp>
          <p:nvSpPr>
            <p:cNvPr id="3169" name="Google Shape;3169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71" name="Google Shape;3171;p17"/>
          <p:cNvGrpSpPr/>
          <p:nvPr/>
        </p:nvGrpSpPr>
        <p:grpSpPr>
          <a:xfrm rot="10800000">
            <a:off x="17803468" y="6076312"/>
            <a:ext cx="110560" cy="110560"/>
            <a:chOff x="0" y="0"/>
            <a:chExt cx="812800" cy="812800"/>
          </a:xfrm>
        </p:grpSpPr>
        <p:sp>
          <p:nvSpPr>
            <p:cNvPr id="3172" name="Google Shape;3172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74" name="Google Shape;3174;p17"/>
          <p:cNvGrpSpPr/>
          <p:nvPr/>
        </p:nvGrpSpPr>
        <p:grpSpPr>
          <a:xfrm rot="10800000">
            <a:off x="17803468" y="5895180"/>
            <a:ext cx="110560" cy="110560"/>
            <a:chOff x="0" y="0"/>
            <a:chExt cx="812800" cy="812800"/>
          </a:xfrm>
        </p:grpSpPr>
        <p:sp>
          <p:nvSpPr>
            <p:cNvPr id="3175" name="Google Shape;3175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77" name="Google Shape;3177;p17"/>
          <p:cNvGrpSpPr/>
          <p:nvPr/>
        </p:nvGrpSpPr>
        <p:grpSpPr>
          <a:xfrm rot="10800000">
            <a:off x="17803468" y="5714048"/>
            <a:ext cx="110560" cy="110560"/>
            <a:chOff x="0" y="0"/>
            <a:chExt cx="812800" cy="812800"/>
          </a:xfrm>
        </p:grpSpPr>
        <p:sp>
          <p:nvSpPr>
            <p:cNvPr id="3178" name="Google Shape;3178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80" name="Google Shape;3180;p17"/>
          <p:cNvGrpSpPr/>
          <p:nvPr/>
        </p:nvGrpSpPr>
        <p:grpSpPr>
          <a:xfrm rot="10800000">
            <a:off x="17980563" y="8612163"/>
            <a:ext cx="110560" cy="110560"/>
            <a:chOff x="0" y="0"/>
            <a:chExt cx="812800" cy="812800"/>
          </a:xfrm>
        </p:grpSpPr>
        <p:sp>
          <p:nvSpPr>
            <p:cNvPr id="3181" name="Google Shape;3181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83" name="Google Shape;3183;p17"/>
          <p:cNvGrpSpPr/>
          <p:nvPr/>
        </p:nvGrpSpPr>
        <p:grpSpPr>
          <a:xfrm rot="10800000">
            <a:off x="17980563" y="8431031"/>
            <a:ext cx="110560" cy="110560"/>
            <a:chOff x="0" y="0"/>
            <a:chExt cx="812800" cy="812800"/>
          </a:xfrm>
        </p:grpSpPr>
        <p:sp>
          <p:nvSpPr>
            <p:cNvPr id="3184" name="Google Shape;3184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86" name="Google Shape;3186;p17"/>
          <p:cNvGrpSpPr/>
          <p:nvPr/>
        </p:nvGrpSpPr>
        <p:grpSpPr>
          <a:xfrm rot="10800000">
            <a:off x="17980563" y="8249899"/>
            <a:ext cx="110560" cy="110560"/>
            <a:chOff x="0" y="0"/>
            <a:chExt cx="812800" cy="812800"/>
          </a:xfrm>
        </p:grpSpPr>
        <p:sp>
          <p:nvSpPr>
            <p:cNvPr id="3187" name="Google Shape;3187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89" name="Google Shape;3189;p17"/>
          <p:cNvGrpSpPr/>
          <p:nvPr/>
        </p:nvGrpSpPr>
        <p:grpSpPr>
          <a:xfrm rot="10800000">
            <a:off x="17980563" y="8068767"/>
            <a:ext cx="110560" cy="110560"/>
            <a:chOff x="0" y="0"/>
            <a:chExt cx="812800" cy="812800"/>
          </a:xfrm>
        </p:grpSpPr>
        <p:sp>
          <p:nvSpPr>
            <p:cNvPr id="3190" name="Google Shape;3190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92" name="Google Shape;3192;p17"/>
          <p:cNvGrpSpPr/>
          <p:nvPr/>
        </p:nvGrpSpPr>
        <p:grpSpPr>
          <a:xfrm rot="10800000">
            <a:off x="17980563" y="7887635"/>
            <a:ext cx="110560" cy="110560"/>
            <a:chOff x="0" y="0"/>
            <a:chExt cx="812800" cy="812800"/>
          </a:xfrm>
        </p:grpSpPr>
        <p:sp>
          <p:nvSpPr>
            <p:cNvPr id="3193" name="Google Shape;3193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95" name="Google Shape;3195;p17"/>
          <p:cNvGrpSpPr/>
          <p:nvPr/>
        </p:nvGrpSpPr>
        <p:grpSpPr>
          <a:xfrm rot="10800000">
            <a:off x="17980563" y="7706502"/>
            <a:ext cx="110560" cy="110560"/>
            <a:chOff x="0" y="0"/>
            <a:chExt cx="812800" cy="812800"/>
          </a:xfrm>
        </p:grpSpPr>
        <p:sp>
          <p:nvSpPr>
            <p:cNvPr id="3196" name="Google Shape;3196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198" name="Google Shape;3198;p17"/>
          <p:cNvGrpSpPr/>
          <p:nvPr/>
        </p:nvGrpSpPr>
        <p:grpSpPr>
          <a:xfrm rot="10800000">
            <a:off x="17980563" y="7525370"/>
            <a:ext cx="110560" cy="110560"/>
            <a:chOff x="0" y="0"/>
            <a:chExt cx="812800" cy="812800"/>
          </a:xfrm>
        </p:grpSpPr>
        <p:sp>
          <p:nvSpPr>
            <p:cNvPr id="3199" name="Google Shape;3199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01" name="Google Shape;3201;p17"/>
          <p:cNvGrpSpPr/>
          <p:nvPr/>
        </p:nvGrpSpPr>
        <p:grpSpPr>
          <a:xfrm rot="10800000">
            <a:off x="17980563" y="7344238"/>
            <a:ext cx="110560" cy="110560"/>
            <a:chOff x="0" y="0"/>
            <a:chExt cx="812800" cy="812800"/>
          </a:xfrm>
        </p:grpSpPr>
        <p:sp>
          <p:nvSpPr>
            <p:cNvPr id="3202" name="Google Shape;3202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04" name="Google Shape;3204;p17"/>
          <p:cNvGrpSpPr/>
          <p:nvPr/>
        </p:nvGrpSpPr>
        <p:grpSpPr>
          <a:xfrm rot="10800000">
            <a:off x="17980563" y="7163106"/>
            <a:ext cx="110560" cy="110560"/>
            <a:chOff x="0" y="0"/>
            <a:chExt cx="812800" cy="812800"/>
          </a:xfrm>
        </p:grpSpPr>
        <p:sp>
          <p:nvSpPr>
            <p:cNvPr id="3205" name="Google Shape;3205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07" name="Google Shape;3207;p17"/>
          <p:cNvGrpSpPr/>
          <p:nvPr/>
        </p:nvGrpSpPr>
        <p:grpSpPr>
          <a:xfrm rot="10800000">
            <a:off x="17980563" y="6981974"/>
            <a:ext cx="110560" cy="110560"/>
            <a:chOff x="0" y="0"/>
            <a:chExt cx="812800" cy="812800"/>
          </a:xfrm>
        </p:grpSpPr>
        <p:sp>
          <p:nvSpPr>
            <p:cNvPr id="3208" name="Google Shape;3208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10" name="Google Shape;3210;p17"/>
          <p:cNvGrpSpPr/>
          <p:nvPr/>
        </p:nvGrpSpPr>
        <p:grpSpPr>
          <a:xfrm rot="10800000">
            <a:off x="17980563" y="6800841"/>
            <a:ext cx="110560" cy="110560"/>
            <a:chOff x="0" y="0"/>
            <a:chExt cx="812800" cy="812800"/>
          </a:xfrm>
        </p:grpSpPr>
        <p:sp>
          <p:nvSpPr>
            <p:cNvPr id="3211" name="Google Shape;3211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13" name="Google Shape;3213;p17"/>
          <p:cNvGrpSpPr/>
          <p:nvPr/>
        </p:nvGrpSpPr>
        <p:grpSpPr>
          <a:xfrm rot="10800000">
            <a:off x="17980563" y="6619709"/>
            <a:ext cx="110560" cy="110560"/>
            <a:chOff x="0" y="0"/>
            <a:chExt cx="812800" cy="812800"/>
          </a:xfrm>
        </p:grpSpPr>
        <p:sp>
          <p:nvSpPr>
            <p:cNvPr id="3214" name="Google Shape;3214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16" name="Google Shape;3216;p17"/>
          <p:cNvGrpSpPr/>
          <p:nvPr/>
        </p:nvGrpSpPr>
        <p:grpSpPr>
          <a:xfrm rot="10800000">
            <a:off x="17980563" y="6438577"/>
            <a:ext cx="110560" cy="110560"/>
            <a:chOff x="0" y="0"/>
            <a:chExt cx="812800" cy="812800"/>
          </a:xfrm>
        </p:grpSpPr>
        <p:sp>
          <p:nvSpPr>
            <p:cNvPr id="3217" name="Google Shape;3217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19" name="Google Shape;3219;p17"/>
          <p:cNvGrpSpPr/>
          <p:nvPr/>
        </p:nvGrpSpPr>
        <p:grpSpPr>
          <a:xfrm rot="10800000">
            <a:off x="17980563" y="6257445"/>
            <a:ext cx="110560" cy="110560"/>
            <a:chOff x="0" y="0"/>
            <a:chExt cx="812800" cy="812800"/>
          </a:xfrm>
        </p:grpSpPr>
        <p:sp>
          <p:nvSpPr>
            <p:cNvPr id="3220" name="Google Shape;3220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22" name="Google Shape;3222;p17"/>
          <p:cNvGrpSpPr/>
          <p:nvPr/>
        </p:nvGrpSpPr>
        <p:grpSpPr>
          <a:xfrm rot="10800000">
            <a:off x="17980563" y="6076312"/>
            <a:ext cx="110560" cy="110560"/>
            <a:chOff x="0" y="0"/>
            <a:chExt cx="812800" cy="812800"/>
          </a:xfrm>
        </p:grpSpPr>
        <p:sp>
          <p:nvSpPr>
            <p:cNvPr id="3223" name="Google Shape;3223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25" name="Google Shape;3225;p17"/>
          <p:cNvGrpSpPr/>
          <p:nvPr/>
        </p:nvGrpSpPr>
        <p:grpSpPr>
          <a:xfrm rot="10800000">
            <a:off x="17980563" y="5895180"/>
            <a:ext cx="110560" cy="110560"/>
            <a:chOff x="0" y="0"/>
            <a:chExt cx="812800" cy="812800"/>
          </a:xfrm>
        </p:grpSpPr>
        <p:sp>
          <p:nvSpPr>
            <p:cNvPr id="3226" name="Google Shape;3226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28" name="Google Shape;3228;p17"/>
          <p:cNvGrpSpPr/>
          <p:nvPr/>
        </p:nvGrpSpPr>
        <p:grpSpPr>
          <a:xfrm rot="10800000">
            <a:off x="17980563" y="5714048"/>
            <a:ext cx="110560" cy="110560"/>
            <a:chOff x="0" y="0"/>
            <a:chExt cx="812800" cy="812800"/>
          </a:xfrm>
        </p:grpSpPr>
        <p:sp>
          <p:nvSpPr>
            <p:cNvPr id="3229" name="Google Shape;3229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31" name="Google Shape;3231;p17"/>
          <p:cNvGrpSpPr/>
          <p:nvPr/>
        </p:nvGrpSpPr>
        <p:grpSpPr>
          <a:xfrm rot="10800000">
            <a:off x="18157657" y="8431031"/>
            <a:ext cx="110560" cy="110560"/>
            <a:chOff x="0" y="0"/>
            <a:chExt cx="812800" cy="812800"/>
          </a:xfrm>
        </p:grpSpPr>
        <p:sp>
          <p:nvSpPr>
            <p:cNvPr id="3232" name="Google Shape;3232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34" name="Google Shape;3234;p17"/>
          <p:cNvGrpSpPr/>
          <p:nvPr/>
        </p:nvGrpSpPr>
        <p:grpSpPr>
          <a:xfrm rot="10800000">
            <a:off x="18157657" y="8249899"/>
            <a:ext cx="110560" cy="110560"/>
            <a:chOff x="0" y="0"/>
            <a:chExt cx="812800" cy="812800"/>
          </a:xfrm>
        </p:grpSpPr>
        <p:sp>
          <p:nvSpPr>
            <p:cNvPr id="3235" name="Google Shape;3235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37" name="Google Shape;3237;p17"/>
          <p:cNvGrpSpPr/>
          <p:nvPr/>
        </p:nvGrpSpPr>
        <p:grpSpPr>
          <a:xfrm rot="10800000">
            <a:off x="18157657" y="8068767"/>
            <a:ext cx="110560" cy="110560"/>
            <a:chOff x="0" y="0"/>
            <a:chExt cx="812800" cy="812800"/>
          </a:xfrm>
        </p:grpSpPr>
        <p:sp>
          <p:nvSpPr>
            <p:cNvPr id="3238" name="Google Shape;3238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40" name="Google Shape;3240;p17"/>
          <p:cNvGrpSpPr/>
          <p:nvPr/>
        </p:nvGrpSpPr>
        <p:grpSpPr>
          <a:xfrm rot="10800000">
            <a:off x="18157657" y="7887635"/>
            <a:ext cx="110560" cy="110560"/>
            <a:chOff x="0" y="0"/>
            <a:chExt cx="812800" cy="812800"/>
          </a:xfrm>
        </p:grpSpPr>
        <p:sp>
          <p:nvSpPr>
            <p:cNvPr id="3241" name="Google Shape;3241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43" name="Google Shape;3243;p17"/>
          <p:cNvGrpSpPr/>
          <p:nvPr/>
        </p:nvGrpSpPr>
        <p:grpSpPr>
          <a:xfrm rot="10800000">
            <a:off x="18157657" y="7706502"/>
            <a:ext cx="110560" cy="110560"/>
            <a:chOff x="0" y="0"/>
            <a:chExt cx="812800" cy="812800"/>
          </a:xfrm>
        </p:grpSpPr>
        <p:sp>
          <p:nvSpPr>
            <p:cNvPr id="3244" name="Google Shape;3244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46" name="Google Shape;3246;p17"/>
          <p:cNvGrpSpPr/>
          <p:nvPr/>
        </p:nvGrpSpPr>
        <p:grpSpPr>
          <a:xfrm rot="10800000">
            <a:off x="18157657" y="7525370"/>
            <a:ext cx="110560" cy="110560"/>
            <a:chOff x="0" y="0"/>
            <a:chExt cx="812800" cy="812800"/>
          </a:xfrm>
        </p:grpSpPr>
        <p:sp>
          <p:nvSpPr>
            <p:cNvPr id="3247" name="Google Shape;3247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49" name="Google Shape;3249;p17"/>
          <p:cNvGrpSpPr/>
          <p:nvPr/>
        </p:nvGrpSpPr>
        <p:grpSpPr>
          <a:xfrm rot="10800000">
            <a:off x="18157657" y="7344238"/>
            <a:ext cx="110560" cy="110560"/>
            <a:chOff x="0" y="0"/>
            <a:chExt cx="812800" cy="812800"/>
          </a:xfrm>
        </p:grpSpPr>
        <p:sp>
          <p:nvSpPr>
            <p:cNvPr id="3250" name="Google Shape;3250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52" name="Google Shape;3252;p17"/>
          <p:cNvGrpSpPr/>
          <p:nvPr/>
        </p:nvGrpSpPr>
        <p:grpSpPr>
          <a:xfrm rot="10800000">
            <a:off x="18157657" y="7163106"/>
            <a:ext cx="110560" cy="110560"/>
            <a:chOff x="0" y="0"/>
            <a:chExt cx="812800" cy="812800"/>
          </a:xfrm>
        </p:grpSpPr>
        <p:sp>
          <p:nvSpPr>
            <p:cNvPr id="3253" name="Google Shape;3253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55" name="Google Shape;3255;p17"/>
          <p:cNvGrpSpPr/>
          <p:nvPr/>
        </p:nvGrpSpPr>
        <p:grpSpPr>
          <a:xfrm rot="10800000">
            <a:off x="18157657" y="6981974"/>
            <a:ext cx="110560" cy="110560"/>
            <a:chOff x="0" y="0"/>
            <a:chExt cx="812800" cy="812800"/>
          </a:xfrm>
        </p:grpSpPr>
        <p:sp>
          <p:nvSpPr>
            <p:cNvPr id="3256" name="Google Shape;3256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58" name="Google Shape;3258;p17"/>
          <p:cNvGrpSpPr/>
          <p:nvPr/>
        </p:nvGrpSpPr>
        <p:grpSpPr>
          <a:xfrm rot="10800000">
            <a:off x="18157657" y="6800841"/>
            <a:ext cx="110560" cy="110560"/>
            <a:chOff x="0" y="0"/>
            <a:chExt cx="812800" cy="812800"/>
          </a:xfrm>
        </p:grpSpPr>
        <p:sp>
          <p:nvSpPr>
            <p:cNvPr id="3259" name="Google Shape;3259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61" name="Google Shape;3261;p17"/>
          <p:cNvGrpSpPr/>
          <p:nvPr/>
        </p:nvGrpSpPr>
        <p:grpSpPr>
          <a:xfrm rot="10800000">
            <a:off x="18157657" y="6619709"/>
            <a:ext cx="110560" cy="110560"/>
            <a:chOff x="0" y="0"/>
            <a:chExt cx="812800" cy="812800"/>
          </a:xfrm>
        </p:grpSpPr>
        <p:sp>
          <p:nvSpPr>
            <p:cNvPr id="3262" name="Google Shape;3262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64" name="Google Shape;3264;p17"/>
          <p:cNvGrpSpPr/>
          <p:nvPr/>
        </p:nvGrpSpPr>
        <p:grpSpPr>
          <a:xfrm rot="10800000">
            <a:off x="18157657" y="6438577"/>
            <a:ext cx="110560" cy="110560"/>
            <a:chOff x="0" y="0"/>
            <a:chExt cx="812800" cy="812800"/>
          </a:xfrm>
        </p:grpSpPr>
        <p:sp>
          <p:nvSpPr>
            <p:cNvPr id="3265" name="Google Shape;3265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67" name="Google Shape;3267;p17"/>
          <p:cNvGrpSpPr/>
          <p:nvPr/>
        </p:nvGrpSpPr>
        <p:grpSpPr>
          <a:xfrm rot="10800000">
            <a:off x="18157657" y="6257445"/>
            <a:ext cx="110560" cy="110560"/>
            <a:chOff x="0" y="0"/>
            <a:chExt cx="812800" cy="812800"/>
          </a:xfrm>
        </p:grpSpPr>
        <p:sp>
          <p:nvSpPr>
            <p:cNvPr id="3268" name="Google Shape;3268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70" name="Google Shape;3270;p17"/>
          <p:cNvGrpSpPr/>
          <p:nvPr/>
        </p:nvGrpSpPr>
        <p:grpSpPr>
          <a:xfrm rot="10800000">
            <a:off x="18157657" y="6076312"/>
            <a:ext cx="110560" cy="110560"/>
            <a:chOff x="0" y="0"/>
            <a:chExt cx="812800" cy="812800"/>
          </a:xfrm>
        </p:grpSpPr>
        <p:sp>
          <p:nvSpPr>
            <p:cNvPr id="3271" name="Google Shape;3271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73" name="Google Shape;3273;p17"/>
          <p:cNvGrpSpPr/>
          <p:nvPr/>
        </p:nvGrpSpPr>
        <p:grpSpPr>
          <a:xfrm rot="10800000">
            <a:off x="18157657" y="5895180"/>
            <a:ext cx="110560" cy="110560"/>
            <a:chOff x="0" y="0"/>
            <a:chExt cx="812800" cy="812800"/>
          </a:xfrm>
        </p:grpSpPr>
        <p:sp>
          <p:nvSpPr>
            <p:cNvPr id="3274" name="Google Shape;3274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76" name="Google Shape;3276;p17"/>
          <p:cNvGrpSpPr/>
          <p:nvPr/>
        </p:nvGrpSpPr>
        <p:grpSpPr>
          <a:xfrm rot="10800000">
            <a:off x="18157657" y="5714048"/>
            <a:ext cx="110560" cy="110560"/>
            <a:chOff x="0" y="0"/>
            <a:chExt cx="812800" cy="812800"/>
          </a:xfrm>
        </p:grpSpPr>
        <p:sp>
          <p:nvSpPr>
            <p:cNvPr id="3277" name="Google Shape;3277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79" name="Google Shape;3279;p17"/>
          <p:cNvGrpSpPr/>
          <p:nvPr/>
        </p:nvGrpSpPr>
        <p:grpSpPr>
          <a:xfrm rot="10800000">
            <a:off x="17289485" y="8249899"/>
            <a:ext cx="110560" cy="110560"/>
            <a:chOff x="0" y="0"/>
            <a:chExt cx="812800" cy="812800"/>
          </a:xfrm>
        </p:grpSpPr>
        <p:sp>
          <p:nvSpPr>
            <p:cNvPr id="3280" name="Google Shape;3280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82" name="Google Shape;3282;p17"/>
          <p:cNvGrpSpPr/>
          <p:nvPr/>
        </p:nvGrpSpPr>
        <p:grpSpPr>
          <a:xfrm rot="10800000">
            <a:off x="17289485" y="8068767"/>
            <a:ext cx="110560" cy="110560"/>
            <a:chOff x="0" y="0"/>
            <a:chExt cx="812800" cy="812800"/>
          </a:xfrm>
        </p:grpSpPr>
        <p:sp>
          <p:nvSpPr>
            <p:cNvPr id="3283" name="Google Shape;3283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85" name="Google Shape;3285;p17"/>
          <p:cNvGrpSpPr/>
          <p:nvPr/>
        </p:nvGrpSpPr>
        <p:grpSpPr>
          <a:xfrm rot="10800000">
            <a:off x="17289485" y="7887635"/>
            <a:ext cx="110560" cy="110560"/>
            <a:chOff x="0" y="0"/>
            <a:chExt cx="812800" cy="812800"/>
          </a:xfrm>
        </p:grpSpPr>
        <p:sp>
          <p:nvSpPr>
            <p:cNvPr id="3286" name="Google Shape;3286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88" name="Google Shape;3288;p17"/>
          <p:cNvGrpSpPr/>
          <p:nvPr/>
        </p:nvGrpSpPr>
        <p:grpSpPr>
          <a:xfrm rot="10800000">
            <a:off x="17289485" y="7706502"/>
            <a:ext cx="110560" cy="110560"/>
            <a:chOff x="0" y="0"/>
            <a:chExt cx="812800" cy="812800"/>
          </a:xfrm>
        </p:grpSpPr>
        <p:sp>
          <p:nvSpPr>
            <p:cNvPr id="3289" name="Google Shape;3289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91" name="Google Shape;3291;p17"/>
          <p:cNvGrpSpPr/>
          <p:nvPr/>
        </p:nvGrpSpPr>
        <p:grpSpPr>
          <a:xfrm rot="10800000">
            <a:off x="17289485" y="7525370"/>
            <a:ext cx="110560" cy="110560"/>
            <a:chOff x="0" y="0"/>
            <a:chExt cx="812800" cy="812800"/>
          </a:xfrm>
        </p:grpSpPr>
        <p:sp>
          <p:nvSpPr>
            <p:cNvPr id="3292" name="Google Shape;3292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94" name="Google Shape;3294;p17"/>
          <p:cNvGrpSpPr/>
          <p:nvPr/>
        </p:nvGrpSpPr>
        <p:grpSpPr>
          <a:xfrm rot="10800000">
            <a:off x="17289485" y="7344238"/>
            <a:ext cx="110560" cy="110560"/>
            <a:chOff x="0" y="0"/>
            <a:chExt cx="812800" cy="812800"/>
          </a:xfrm>
        </p:grpSpPr>
        <p:sp>
          <p:nvSpPr>
            <p:cNvPr id="3295" name="Google Shape;3295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297" name="Google Shape;3297;p17"/>
          <p:cNvGrpSpPr/>
          <p:nvPr/>
        </p:nvGrpSpPr>
        <p:grpSpPr>
          <a:xfrm rot="10800000">
            <a:off x="17289485" y="7163106"/>
            <a:ext cx="110560" cy="110560"/>
            <a:chOff x="0" y="0"/>
            <a:chExt cx="812800" cy="812800"/>
          </a:xfrm>
        </p:grpSpPr>
        <p:sp>
          <p:nvSpPr>
            <p:cNvPr id="3298" name="Google Shape;3298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300" name="Google Shape;3300;p17"/>
          <p:cNvGrpSpPr/>
          <p:nvPr/>
        </p:nvGrpSpPr>
        <p:grpSpPr>
          <a:xfrm rot="10800000">
            <a:off x="17289485" y="6981974"/>
            <a:ext cx="110560" cy="110560"/>
            <a:chOff x="0" y="0"/>
            <a:chExt cx="812800" cy="812800"/>
          </a:xfrm>
        </p:grpSpPr>
        <p:sp>
          <p:nvSpPr>
            <p:cNvPr id="3301" name="Google Shape;3301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303" name="Google Shape;3303;p17"/>
          <p:cNvGrpSpPr/>
          <p:nvPr/>
        </p:nvGrpSpPr>
        <p:grpSpPr>
          <a:xfrm rot="10800000">
            <a:off x="17289485" y="6800841"/>
            <a:ext cx="110560" cy="110560"/>
            <a:chOff x="0" y="0"/>
            <a:chExt cx="812800" cy="812800"/>
          </a:xfrm>
        </p:grpSpPr>
        <p:sp>
          <p:nvSpPr>
            <p:cNvPr id="3304" name="Google Shape;3304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306" name="Google Shape;3306;p17"/>
          <p:cNvGrpSpPr/>
          <p:nvPr/>
        </p:nvGrpSpPr>
        <p:grpSpPr>
          <a:xfrm rot="10800000">
            <a:off x="17289485" y="6619709"/>
            <a:ext cx="110560" cy="110560"/>
            <a:chOff x="0" y="0"/>
            <a:chExt cx="812800" cy="812800"/>
          </a:xfrm>
        </p:grpSpPr>
        <p:sp>
          <p:nvSpPr>
            <p:cNvPr id="3307" name="Google Shape;3307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309" name="Google Shape;3309;p17"/>
          <p:cNvGrpSpPr/>
          <p:nvPr/>
        </p:nvGrpSpPr>
        <p:grpSpPr>
          <a:xfrm rot="10800000">
            <a:off x="17289485" y="6438577"/>
            <a:ext cx="110560" cy="110560"/>
            <a:chOff x="0" y="0"/>
            <a:chExt cx="812800" cy="812800"/>
          </a:xfrm>
        </p:grpSpPr>
        <p:sp>
          <p:nvSpPr>
            <p:cNvPr id="3310" name="Google Shape;3310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312" name="Google Shape;3312;p17"/>
          <p:cNvGrpSpPr/>
          <p:nvPr/>
        </p:nvGrpSpPr>
        <p:grpSpPr>
          <a:xfrm rot="10800000">
            <a:off x="17289485" y="6257445"/>
            <a:ext cx="110560" cy="110560"/>
            <a:chOff x="0" y="0"/>
            <a:chExt cx="812800" cy="812800"/>
          </a:xfrm>
        </p:grpSpPr>
        <p:sp>
          <p:nvSpPr>
            <p:cNvPr id="3313" name="Google Shape;3313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315" name="Google Shape;3315;p17"/>
          <p:cNvGrpSpPr/>
          <p:nvPr/>
        </p:nvGrpSpPr>
        <p:grpSpPr>
          <a:xfrm rot="10800000">
            <a:off x="17289485" y="6076312"/>
            <a:ext cx="110560" cy="110560"/>
            <a:chOff x="0" y="0"/>
            <a:chExt cx="812800" cy="812800"/>
          </a:xfrm>
        </p:grpSpPr>
        <p:sp>
          <p:nvSpPr>
            <p:cNvPr id="3316" name="Google Shape;3316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318" name="Google Shape;3318;p17"/>
          <p:cNvGrpSpPr/>
          <p:nvPr/>
        </p:nvGrpSpPr>
        <p:grpSpPr>
          <a:xfrm rot="10800000">
            <a:off x="17289485" y="5895180"/>
            <a:ext cx="110560" cy="110560"/>
            <a:chOff x="0" y="0"/>
            <a:chExt cx="812800" cy="812800"/>
          </a:xfrm>
        </p:grpSpPr>
        <p:sp>
          <p:nvSpPr>
            <p:cNvPr id="3319" name="Google Shape;3319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321" name="Google Shape;3321;p17"/>
          <p:cNvGrpSpPr/>
          <p:nvPr/>
        </p:nvGrpSpPr>
        <p:grpSpPr>
          <a:xfrm rot="10800000">
            <a:off x="17289485" y="5714048"/>
            <a:ext cx="110560" cy="110560"/>
            <a:chOff x="0" y="0"/>
            <a:chExt cx="812800" cy="812800"/>
          </a:xfrm>
        </p:grpSpPr>
        <p:sp>
          <p:nvSpPr>
            <p:cNvPr id="3322" name="Google Shape;3322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324" name="Google Shape;3324;p17"/>
          <p:cNvGrpSpPr/>
          <p:nvPr/>
        </p:nvGrpSpPr>
        <p:grpSpPr>
          <a:xfrm rot="10800000">
            <a:off x="17289485" y="8431031"/>
            <a:ext cx="110560" cy="110560"/>
            <a:chOff x="0" y="0"/>
            <a:chExt cx="812800" cy="812800"/>
          </a:xfrm>
        </p:grpSpPr>
        <p:sp>
          <p:nvSpPr>
            <p:cNvPr id="3325" name="Google Shape;3325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327" name="Google Shape;3327;p17"/>
          <p:cNvGrpSpPr/>
          <p:nvPr/>
        </p:nvGrpSpPr>
        <p:grpSpPr>
          <a:xfrm rot="10800000">
            <a:off x="18157657" y="8612163"/>
            <a:ext cx="110560" cy="110560"/>
            <a:chOff x="0" y="0"/>
            <a:chExt cx="812800" cy="812800"/>
          </a:xfrm>
        </p:grpSpPr>
        <p:sp>
          <p:nvSpPr>
            <p:cNvPr id="3328" name="Google Shape;3328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330" name="Google Shape;3330;p17"/>
          <p:cNvGrpSpPr/>
          <p:nvPr/>
        </p:nvGrpSpPr>
        <p:grpSpPr>
          <a:xfrm rot="10800000">
            <a:off x="17289485" y="8612163"/>
            <a:ext cx="110560" cy="110560"/>
            <a:chOff x="0" y="0"/>
            <a:chExt cx="812800" cy="812800"/>
          </a:xfrm>
        </p:grpSpPr>
        <p:sp>
          <p:nvSpPr>
            <p:cNvPr id="3331" name="Google Shape;3331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333" name="Google Shape;3333;p17"/>
          <p:cNvGrpSpPr/>
          <p:nvPr/>
        </p:nvGrpSpPr>
        <p:grpSpPr>
          <a:xfrm rot="10800000">
            <a:off x="18157657" y="8770087"/>
            <a:ext cx="110560" cy="110560"/>
            <a:chOff x="0" y="0"/>
            <a:chExt cx="812800" cy="812800"/>
          </a:xfrm>
        </p:grpSpPr>
        <p:sp>
          <p:nvSpPr>
            <p:cNvPr id="3334" name="Google Shape;3334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336" name="Google Shape;3336;p17"/>
          <p:cNvGrpSpPr/>
          <p:nvPr/>
        </p:nvGrpSpPr>
        <p:grpSpPr>
          <a:xfrm rot="10800000">
            <a:off x="17289485" y="8770087"/>
            <a:ext cx="110560" cy="110560"/>
            <a:chOff x="0" y="0"/>
            <a:chExt cx="812800" cy="812800"/>
          </a:xfrm>
        </p:grpSpPr>
        <p:sp>
          <p:nvSpPr>
            <p:cNvPr id="3337" name="Google Shape;3337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339" name="Google Shape;3339;p17"/>
          <p:cNvGrpSpPr/>
          <p:nvPr/>
        </p:nvGrpSpPr>
        <p:grpSpPr>
          <a:xfrm rot="10800000">
            <a:off x="17289485" y="8947322"/>
            <a:ext cx="110560" cy="110560"/>
            <a:chOff x="0" y="0"/>
            <a:chExt cx="812800" cy="812800"/>
          </a:xfrm>
        </p:grpSpPr>
        <p:sp>
          <p:nvSpPr>
            <p:cNvPr id="3340" name="Google Shape;3340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342" name="Google Shape;3342;p17"/>
          <p:cNvGrpSpPr/>
          <p:nvPr/>
        </p:nvGrpSpPr>
        <p:grpSpPr>
          <a:xfrm rot="10800000">
            <a:off x="17980422" y="8770087"/>
            <a:ext cx="110560" cy="110560"/>
            <a:chOff x="0" y="0"/>
            <a:chExt cx="812800" cy="812800"/>
          </a:xfrm>
        </p:grpSpPr>
        <p:sp>
          <p:nvSpPr>
            <p:cNvPr id="3343" name="Google Shape;3343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345" name="Google Shape;3345;p17"/>
          <p:cNvGrpSpPr/>
          <p:nvPr/>
        </p:nvGrpSpPr>
        <p:grpSpPr>
          <a:xfrm rot="10800000">
            <a:off x="17451104" y="8947322"/>
            <a:ext cx="110560" cy="110560"/>
            <a:chOff x="0" y="0"/>
            <a:chExt cx="812800" cy="812800"/>
          </a:xfrm>
        </p:grpSpPr>
        <p:sp>
          <p:nvSpPr>
            <p:cNvPr id="3346" name="Google Shape;3346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348" name="Google Shape;3348;p17"/>
          <p:cNvGrpSpPr/>
          <p:nvPr/>
        </p:nvGrpSpPr>
        <p:grpSpPr>
          <a:xfrm rot="10800000">
            <a:off x="17805574" y="8770087"/>
            <a:ext cx="110560" cy="110560"/>
            <a:chOff x="0" y="0"/>
            <a:chExt cx="812800" cy="812800"/>
          </a:xfrm>
        </p:grpSpPr>
        <p:sp>
          <p:nvSpPr>
            <p:cNvPr id="3349" name="Google Shape;3349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351" name="Google Shape;3351;p17"/>
          <p:cNvGrpSpPr/>
          <p:nvPr/>
        </p:nvGrpSpPr>
        <p:grpSpPr>
          <a:xfrm rot="10800000">
            <a:off x="17628339" y="8770087"/>
            <a:ext cx="110560" cy="110560"/>
            <a:chOff x="0" y="0"/>
            <a:chExt cx="812800" cy="812800"/>
          </a:xfrm>
        </p:grpSpPr>
        <p:sp>
          <p:nvSpPr>
            <p:cNvPr id="3352" name="Google Shape;3352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354" name="Google Shape;3354;p17"/>
          <p:cNvGrpSpPr/>
          <p:nvPr/>
        </p:nvGrpSpPr>
        <p:grpSpPr>
          <a:xfrm rot="10800000">
            <a:off x="17451104" y="8770087"/>
            <a:ext cx="110560" cy="110560"/>
            <a:chOff x="0" y="0"/>
            <a:chExt cx="812800" cy="812800"/>
          </a:xfrm>
        </p:grpSpPr>
        <p:sp>
          <p:nvSpPr>
            <p:cNvPr id="3355" name="Google Shape;3355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357" name="Google Shape;3357;p17"/>
          <p:cNvGrpSpPr/>
          <p:nvPr/>
        </p:nvGrpSpPr>
        <p:grpSpPr>
          <a:xfrm rot="10800000">
            <a:off x="17289485" y="9115032"/>
            <a:ext cx="110560" cy="110560"/>
            <a:chOff x="0" y="0"/>
            <a:chExt cx="812800" cy="812800"/>
          </a:xfrm>
        </p:grpSpPr>
        <p:sp>
          <p:nvSpPr>
            <p:cNvPr id="3358" name="Google Shape;3358;p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360" name="Google Shape;3360;p17"/>
          <p:cNvGrpSpPr/>
          <p:nvPr/>
        </p:nvGrpSpPr>
        <p:grpSpPr>
          <a:xfrm>
            <a:off x="17482467" y="9791295"/>
            <a:ext cx="1350380" cy="1350380"/>
            <a:chOff x="0" y="0"/>
            <a:chExt cx="1800506" cy="1800506"/>
          </a:xfrm>
        </p:grpSpPr>
        <p:sp>
          <p:nvSpPr>
            <p:cNvPr id="3361" name="Google Shape;3361;p17"/>
            <p:cNvSpPr/>
            <p:nvPr/>
          </p:nvSpPr>
          <p:spPr>
            <a:xfrm>
              <a:off x="0" y="0"/>
              <a:ext cx="1800506" cy="1800506"/>
            </a:xfrm>
            <a:custGeom>
              <a:avLst/>
              <a:gdLst/>
              <a:ahLst/>
              <a:cxnLst/>
              <a:rect l="l" t="t" r="r" b="b"/>
              <a:pathLst>
                <a:path w="1800506" h="1800506" extrusionOk="0">
                  <a:moveTo>
                    <a:pt x="0" y="0"/>
                  </a:moveTo>
                  <a:lnTo>
                    <a:pt x="1800506" y="0"/>
                  </a:lnTo>
                  <a:lnTo>
                    <a:pt x="1800506" y="1800506"/>
                  </a:lnTo>
                  <a:lnTo>
                    <a:pt x="0" y="180050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362" name="Google Shape;3362;p17"/>
            <p:cNvSpPr/>
            <p:nvPr/>
          </p:nvSpPr>
          <p:spPr>
            <a:xfrm>
              <a:off x="155410" y="151242"/>
              <a:ext cx="1489687" cy="1489687"/>
            </a:xfrm>
            <a:custGeom>
              <a:avLst/>
              <a:gdLst/>
              <a:ahLst/>
              <a:cxnLst/>
              <a:rect l="l" t="t" r="r" b="b"/>
              <a:pathLst>
                <a:path w="1489687" h="1489687" extrusionOk="0">
                  <a:moveTo>
                    <a:pt x="0" y="0"/>
                  </a:moveTo>
                  <a:lnTo>
                    <a:pt x="1489686" y="0"/>
                  </a:lnTo>
                  <a:lnTo>
                    <a:pt x="1489686" y="1489687"/>
                  </a:lnTo>
                  <a:lnTo>
                    <a:pt x="0" y="148968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363" name="Google Shape;3363;p17"/>
            <p:cNvSpPr/>
            <p:nvPr/>
          </p:nvSpPr>
          <p:spPr>
            <a:xfrm>
              <a:off x="336111" y="331943"/>
              <a:ext cx="1128285" cy="1128285"/>
            </a:xfrm>
            <a:custGeom>
              <a:avLst/>
              <a:gdLst/>
              <a:ahLst/>
              <a:cxnLst/>
              <a:rect l="l" t="t" r="r" b="b"/>
              <a:pathLst>
                <a:path w="1128285" h="1128285" extrusionOk="0">
                  <a:moveTo>
                    <a:pt x="0" y="0"/>
                  </a:moveTo>
                  <a:lnTo>
                    <a:pt x="1128284" y="0"/>
                  </a:lnTo>
                  <a:lnTo>
                    <a:pt x="1128284" y="1128284"/>
                  </a:lnTo>
                  <a:lnTo>
                    <a:pt x="0" y="11282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grpSp>
        <p:nvGrpSpPr>
          <p:cNvPr id="3364" name="Google Shape;3364;p17"/>
          <p:cNvGrpSpPr/>
          <p:nvPr/>
        </p:nvGrpSpPr>
        <p:grpSpPr>
          <a:xfrm>
            <a:off x="16823110" y="-1432487"/>
            <a:ext cx="2536021" cy="2387197"/>
            <a:chOff x="144191" y="144191"/>
            <a:chExt cx="3381362" cy="3182929"/>
          </a:xfrm>
        </p:grpSpPr>
        <p:grpSp>
          <p:nvGrpSpPr>
            <p:cNvPr id="3365" name="Google Shape;3365;p17"/>
            <p:cNvGrpSpPr/>
            <p:nvPr/>
          </p:nvGrpSpPr>
          <p:grpSpPr>
            <a:xfrm>
              <a:off x="342624" y="144191"/>
              <a:ext cx="3182929" cy="3182929"/>
              <a:chOff x="33762" y="33762"/>
              <a:chExt cx="745275" cy="745275"/>
            </a:xfrm>
          </p:grpSpPr>
          <p:sp>
            <p:nvSpPr>
              <p:cNvPr id="3366" name="Google Shape;3366;p17"/>
              <p:cNvSpPr/>
              <p:nvPr/>
            </p:nvSpPr>
            <p:spPr>
              <a:xfrm>
                <a:off x="33762" y="33762"/>
                <a:ext cx="745275" cy="745275"/>
              </a:xfrm>
              <a:custGeom>
                <a:avLst/>
                <a:gdLst/>
                <a:ahLst/>
                <a:cxnLst/>
                <a:rect l="l" t="t" r="r" b="b"/>
                <a:pathLst>
                  <a:path w="745275" h="745275" extrusionOk="0">
                    <a:moveTo>
                      <a:pt x="425740" y="23054"/>
                    </a:moveTo>
                    <a:lnTo>
                      <a:pt x="436178" y="34223"/>
                    </a:lnTo>
                    <a:cubicBezTo>
                      <a:pt x="469920" y="70325"/>
                      <a:pt x="517617" y="90082"/>
                      <a:pt x="567003" y="88413"/>
                    </a:cubicBezTo>
                    <a:lnTo>
                      <a:pt x="582282" y="87896"/>
                    </a:lnTo>
                    <a:cubicBezTo>
                      <a:pt x="602400" y="87217"/>
                      <a:pt x="621899" y="94910"/>
                      <a:pt x="636132" y="109143"/>
                    </a:cubicBezTo>
                    <a:cubicBezTo>
                      <a:pt x="650366" y="123377"/>
                      <a:pt x="658059" y="142876"/>
                      <a:pt x="657379" y="162993"/>
                    </a:cubicBezTo>
                    <a:lnTo>
                      <a:pt x="656863" y="178273"/>
                    </a:lnTo>
                    <a:cubicBezTo>
                      <a:pt x="655194" y="227659"/>
                      <a:pt x="674951" y="275356"/>
                      <a:pt x="711053" y="309098"/>
                    </a:cubicBezTo>
                    <a:lnTo>
                      <a:pt x="722222" y="319537"/>
                    </a:lnTo>
                    <a:cubicBezTo>
                      <a:pt x="736928" y="333281"/>
                      <a:pt x="745275" y="352509"/>
                      <a:pt x="745275" y="372638"/>
                    </a:cubicBezTo>
                    <a:cubicBezTo>
                      <a:pt x="745275" y="392767"/>
                      <a:pt x="736928" y="411995"/>
                      <a:pt x="722222" y="425739"/>
                    </a:cubicBezTo>
                    <a:lnTo>
                      <a:pt x="711053" y="436178"/>
                    </a:lnTo>
                    <a:cubicBezTo>
                      <a:pt x="674951" y="469920"/>
                      <a:pt x="655194" y="517617"/>
                      <a:pt x="656863" y="567003"/>
                    </a:cubicBezTo>
                    <a:lnTo>
                      <a:pt x="657379" y="582282"/>
                    </a:lnTo>
                    <a:cubicBezTo>
                      <a:pt x="658059" y="602400"/>
                      <a:pt x="650366" y="621899"/>
                      <a:pt x="636132" y="636132"/>
                    </a:cubicBezTo>
                    <a:cubicBezTo>
                      <a:pt x="621899" y="650366"/>
                      <a:pt x="602400" y="658059"/>
                      <a:pt x="582282" y="657379"/>
                    </a:cubicBezTo>
                    <a:lnTo>
                      <a:pt x="567003" y="656863"/>
                    </a:lnTo>
                    <a:cubicBezTo>
                      <a:pt x="517617" y="655194"/>
                      <a:pt x="469920" y="674951"/>
                      <a:pt x="436178" y="711053"/>
                    </a:cubicBezTo>
                    <a:lnTo>
                      <a:pt x="425739" y="722222"/>
                    </a:lnTo>
                    <a:cubicBezTo>
                      <a:pt x="411995" y="736928"/>
                      <a:pt x="392767" y="745275"/>
                      <a:pt x="372638" y="745275"/>
                    </a:cubicBezTo>
                    <a:cubicBezTo>
                      <a:pt x="352509" y="745275"/>
                      <a:pt x="333281" y="736928"/>
                      <a:pt x="319537" y="722222"/>
                    </a:cubicBezTo>
                    <a:lnTo>
                      <a:pt x="309098" y="711053"/>
                    </a:lnTo>
                    <a:cubicBezTo>
                      <a:pt x="275356" y="674951"/>
                      <a:pt x="227659" y="655194"/>
                      <a:pt x="178273" y="656863"/>
                    </a:cubicBezTo>
                    <a:lnTo>
                      <a:pt x="162993" y="657379"/>
                    </a:lnTo>
                    <a:cubicBezTo>
                      <a:pt x="142876" y="658059"/>
                      <a:pt x="123377" y="650366"/>
                      <a:pt x="109143" y="636132"/>
                    </a:cubicBezTo>
                    <a:cubicBezTo>
                      <a:pt x="94910" y="621899"/>
                      <a:pt x="87217" y="602400"/>
                      <a:pt x="87896" y="582282"/>
                    </a:cubicBezTo>
                    <a:lnTo>
                      <a:pt x="88413" y="567003"/>
                    </a:lnTo>
                    <a:cubicBezTo>
                      <a:pt x="90082" y="517617"/>
                      <a:pt x="70325" y="469920"/>
                      <a:pt x="34223" y="436178"/>
                    </a:cubicBezTo>
                    <a:lnTo>
                      <a:pt x="23054" y="425740"/>
                    </a:lnTo>
                    <a:cubicBezTo>
                      <a:pt x="8348" y="411995"/>
                      <a:pt x="0" y="392767"/>
                      <a:pt x="0" y="372638"/>
                    </a:cubicBezTo>
                    <a:cubicBezTo>
                      <a:pt x="0" y="352509"/>
                      <a:pt x="8348" y="333281"/>
                      <a:pt x="23054" y="319537"/>
                    </a:cubicBezTo>
                    <a:lnTo>
                      <a:pt x="34223" y="309098"/>
                    </a:lnTo>
                    <a:cubicBezTo>
                      <a:pt x="70325" y="275356"/>
                      <a:pt x="90082" y="227659"/>
                      <a:pt x="88413" y="178273"/>
                    </a:cubicBezTo>
                    <a:lnTo>
                      <a:pt x="87896" y="162993"/>
                    </a:lnTo>
                    <a:cubicBezTo>
                      <a:pt x="87217" y="142876"/>
                      <a:pt x="94910" y="123377"/>
                      <a:pt x="109143" y="109143"/>
                    </a:cubicBezTo>
                    <a:cubicBezTo>
                      <a:pt x="123377" y="94910"/>
                      <a:pt x="142876" y="87217"/>
                      <a:pt x="162993" y="87896"/>
                    </a:cubicBezTo>
                    <a:lnTo>
                      <a:pt x="178273" y="88413"/>
                    </a:lnTo>
                    <a:cubicBezTo>
                      <a:pt x="227659" y="90082"/>
                      <a:pt x="275356" y="70325"/>
                      <a:pt x="309098" y="34223"/>
                    </a:cubicBezTo>
                    <a:lnTo>
                      <a:pt x="319537" y="23054"/>
                    </a:lnTo>
                    <a:cubicBezTo>
                      <a:pt x="333281" y="8348"/>
                      <a:pt x="352509" y="0"/>
                      <a:pt x="372638" y="0"/>
                    </a:cubicBezTo>
                    <a:cubicBezTo>
                      <a:pt x="392767" y="0"/>
                      <a:pt x="411995" y="8348"/>
                      <a:pt x="425740" y="2305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CEA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7" name="Google Shape;3367;p17"/>
              <p:cNvSpPr txBox="1"/>
              <p:nvPr/>
            </p:nvSpPr>
            <p:spPr>
              <a:xfrm>
                <a:off x="127000" y="79375"/>
                <a:ext cx="558800" cy="606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368" name="Google Shape;3368;p17"/>
            <p:cNvGrpSpPr/>
            <p:nvPr/>
          </p:nvGrpSpPr>
          <p:grpSpPr>
            <a:xfrm>
              <a:off x="144191" y="144191"/>
              <a:ext cx="3182929" cy="3182929"/>
              <a:chOff x="33762" y="33762"/>
              <a:chExt cx="745275" cy="745275"/>
            </a:xfrm>
          </p:grpSpPr>
          <p:sp>
            <p:nvSpPr>
              <p:cNvPr id="3369" name="Google Shape;3369;p17"/>
              <p:cNvSpPr/>
              <p:nvPr/>
            </p:nvSpPr>
            <p:spPr>
              <a:xfrm>
                <a:off x="33762" y="33762"/>
                <a:ext cx="745275" cy="745275"/>
              </a:xfrm>
              <a:custGeom>
                <a:avLst/>
                <a:gdLst/>
                <a:ahLst/>
                <a:cxnLst/>
                <a:rect l="l" t="t" r="r" b="b"/>
                <a:pathLst>
                  <a:path w="745275" h="745275" extrusionOk="0">
                    <a:moveTo>
                      <a:pt x="425740" y="23054"/>
                    </a:moveTo>
                    <a:lnTo>
                      <a:pt x="436178" y="34223"/>
                    </a:lnTo>
                    <a:cubicBezTo>
                      <a:pt x="469920" y="70325"/>
                      <a:pt x="517617" y="90082"/>
                      <a:pt x="567003" y="88413"/>
                    </a:cubicBezTo>
                    <a:lnTo>
                      <a:pt x="582282" y="87896"/>
                    </a:lnTo>
                    <a:cubicBezTo>
                      <a:pt x="602400" y="87217"/>
                      <a:pt x="621899" y="94910"/>
                      <a:pt x="636132" y="109143"/>
                    </a:cubicBezTo>
                    <a:cubicBezTo>
                      <a:pt x="650366" y="123377"/>
                      <a:pt x="658059" y="142876"/>
                      <a:pt x="657379" y="162993"/>
                    </a:cubicBezTo>
                    <a:lnTo>
                      <a:pt x="656863" y="178273"/>
                    </a:lnTo>
                    <a:cubicBezTo>
                      <a:pt x="655194" y="227659"/>
                      <a:pt x="674951" y="275356"/>
                      <a:pt x="711053" y="309098"/>
                    </a:cubicBezTo>
                    <a:lnTo>
                      <a:pt x="722222" y="319537"/>
                    </a:lnTo>
                    <a:cubicBezTo>
                      <a:pt x="736928" y="333281"/>
                      <a:pt x="745275" y="352509"/>
                      <a:pt x="745275" y="372638"/>
                    </a:cubicBezTo>
                    <a:cubicBezTo>
                      <a:pt x="745275" y="392767"/>
                      <a:pt x="736928" y="411995"/>
                      <a:pt x="722222" y="425739"/>
                    </a:cubicBezTo>
                    <a:lnTo>
                      <a:pt x="711053" y="436178"/>
                    </a:lnTo>
                    <a:cubicBezTo>
                      <a:pt x="674951" y="469920"/>
                      <a:pt x="655194" y="517617"/>
                      <a:pt x="656863" y="567003"/>
                    </a:cubicBezTo>
                    <a:lnTo>
                      <a:pt x="657379" y="582282"/>
                    </a:lnTo>
                    <a:cubicBezTo>
                      <a:pt x="658059" y="602400"/>
                      <a:pt x="650366" y="621899"/>
                      <a:pt x="636132" y="636132"/>
                    </a:cubicBezTo>
                    <a:cubicBezTo>
                      <a:pt x="621899" y="650366"/>
                      <a:pt x="602400" y="658059"/>
                      <a:pt x="582282" y="657379"/>
                    </a:cubicBezTo>
                    <a:lnTo>
                      <a:pt x="567003" y="656863"/>
                    </a:lnTo>
                    <a:cubicBezTo>
                      <a:pt x="517617" y="655194"/>
                      <a:pt x="469920" y="674951"/>
                      <a:pt x="436178" y="711053"/>
                    </a:cubicBezTo>
                    <a:lnTo>
                      <a:pt x="425739" y="722222"/>
                    </a:lnTo>
                    <a:cubicBezTo>
                      <a:pt x="411995" y="736928"/>
                      <a:pt x="392767" y="745275"/>
                      <a:pt x="372638" y="745275"/>
                    </a:cubicBezTo>
                    <a:cubicBezTo>
                      <a:pt x="352509" y="745275"/>
                      <a:pt x="333281" y="736928"/>
                      <a:pt x="319537" y="722222"/>
                    </a:cubicBezTo>
                    <a:lnTo>
                      <a:pt x="309098" y="711053"/>
                    </a:lnTo>
                    <a:cubicBezTo>
                      <a:pt x="275356" y="674951"/>
                      <a:pt x="227659" y="655194"/>
                      <a:pt x="178273" y="656863"/>
                    </a:cubicBezTo>
                    <a:lnTo>
                      <a:pt x="162993" y="657379"/>
                    </a:lnTo>
                    <a:cubicBezTo>
                      <a:pt x="142876" y="658059"/>
                      <a:pt x="123377" y="650366"/>
                      <a:pt x="109143" y="636132"/>
                    </a:cubicBezTo>
                    <a:cubicBezTo>
                      <a:pt x="94910" y="621899"/>
                      <a:pt x="87217" y="602400"/>
                      <a:pt x="87896" y="582282"/>
                    </a:cubicBezTo>
                    <a:lnTo>
                      <a:pt x="88413" y="567003"/>
                    </a:lnTo>
                    <a:cubicBezTo>
                      <a:pt x="90082" y="517617"/>
                      <a:pt x="70325" y="469920"/>
                      <a:pt x="34223" y="436178"/>
                    </a:cubicBezTo>
                    <a:lnTo>
                      <a:pt x="23054" y="425740"/>
                    </a:lnTo>
                    <a:cubicBezTo>
                      <a:pt x="8348" y="411995"/>
                      <a:pt x="0" y="392767"/>
                      <a:pt x="0" y="372638"/>
                    </a:cubicBezTo>
                    <a:cubicBezTo>
                      <a:pt x="0" y="352509"/>
                      <a:pt x="8348" y="333281"/>
                      <a:pt x="23054" y="319537"/>
                    </a:cubicBezTo>
                    <a:lnTo>
                      <a:pt x="34223" y="309098"/>
                    </a:lnTo>
                    <a:cubicBezTo>
                      <a:pt x="70325" y="275356"/>
                      <a:pt x="90082" y="227659"/>
                      <a:pt x="88413" y="178273"/>
                    </a:cubicBezTo>
                    <a:lnTo>
                      <a:pt x="87896" y="162993"/>
                    </a:lnTo>
                    <a:cubicBezTo>
                      <a:pt x="87217" y="142876"/>
                      <a:pt x="94910" y="123377"/>
                      <a:pt x="109143" y="109143"/>
                    </a:cubicBezTo>
                    <a:cubicBezTo>
                      <a:pt x="123377" y="94910"/>
                      <a:pt x="142876" y="87217"/>
                      <a:pt x="162993" y="87896"/>
                    </a:cubicBezTo>
                    <a:lnTo>
                      <a:pt x="178273" y="88413"/>
                    </a:lnTo>
                    <a:cubicBezTo>
                      <a:pt x="227659" y="90082"/>
                      <a:pt x="275356" y="70325"/>
                      <a:pt x="309098" y="34223"/>
                    </a:cubicBezTo>
                    <a:lnTo>
                      <a:pt x="319537" y="23054"/>
                    </a:lnTo>
                    <a:cubicBezTo>
                      <a:pt x="333281" y="8348"/>
                      <a:pt x="352509" y="0"/>
                      <a:pt x="372638" y="0"/>
                    </a:cubicBezTo>
                    <a:cubicBezTo>
                      <a:pt x="392767" y="0"/>
                      <a:pt x="411995" y="8348"/>
                      <a:pt x="425740" y="2305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56126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0" name="Google Shape;3370;p17"/>
              <p:cNvSpPr txBox="1"/>
              <p:nvPr/>
            </p:nvSpPr>
            <p:spPr>
              <a:xfrm>
                <a:off x="127000" y="79375"/>
                <a:ext cx="558800" cy="606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3371" name="Google Shape;3371;p17"/>
          <p:cNvGrpSpPr/>
          <p:nvPr/>
        </p:nvGrpSpPr>
        <p:grpSpPr>
          <a:xfrm>
            <a:off x="17283190" y="-1275646"/>
            <a:ext cx="1970053" cy="1854442"/>
            <a:chOff x="112012" y="112012"/>
            <a:chExt cx="2626737" cy="2472588"/>
          </a:xfrm>
        </p:grpSpPr>
        <p:grpSp>
          <p:nvGrpSpPr>
            <p:cNvPr id="3372" name="Google Shape;3372;p17"/>
            <p:cNvGrpSpPr/>
            <p:nvPr/>
          </p:nvGrpSpPr>
          <p:grpSpPr>
            <a:xfrm>
              <a:off x="266161" y="112012"/>
              <a:ext cx="2472588" cy="2472588"/>
              <a:chOff x="33762" y="33762"/>
              <a:chExt cx="745275" cy="745275"/>
            </a:xfrm>
          </p:grpSpPr>
          <p:sp>
            <p:nvSpPr>
              <p:cNvPr id="3373" name="Google Shape;3373;p17"/>
              <p:cNvSpPr/>
              <p:nvPr/>
            </p:nvSpPr>
            <p:spPr>
              <a:xfrm>
                <a:off x="33762" y="33762"/>
                <a:ext cx="745275" cy="745275"/>
              </a:xfrm>
              <a:custGeom>
                <a:avLst/>
                <a:gdLst/>
                <a:ahLst/>
                <a:cxnLst/>
                <a:rect l="l" t="t" r="r" b="b"/>
                <a:pathLst>
                  <a:path w="745275" h="745275" extrusionOk="0">
                    <a:moveTo>
                      <a:pt x="425740" y="23054"/>
                    </a:moveTo>
                    <a:lnTo>
                      <a:pt x="436178" y="34223"/>
                    </a:lnTo>
                    <a:cubicBezTo>
                      <a:pt x="469920" y="70325"/>
                      <a:pt x="517617" y="90082"/>
                      <a:pt x="567003" y="88413"/>
                    </a:cubicBezTo>
                    <a:lnTo>
                      <a:pt x="582282" y="87896"/>
                    </a:lnTo>
                    <a:cubicBezTo>
                      <a:pt x="602400" y="87217"/>
                      <a:pt x="621899" y="94910"/>
                      <a:pt x="636132" y="109143"/>
                    </a:cubicBezTo>
                    <a:cubicBezTo>
                      <a:pt x="650366" y="123377"/>
                      <a:pt x="658059" y="142876"/>
                      <a:pt x="657379" y="162993"/>
                    </a:cubicBezTo>
                    <a:lnTo>
                      <a:pt x="656863" y="178273"/>
                    </a:lnTo>
                    <a:cubicBezTo>
                      <a:pt x="655194" y="227659"/>
                      <a:pt x="674951" y="275356"/>
                      <a:pt x="711053" y="309098"/>
                    </a:cubicBezTo>
                    <a:lnTo>
                      <a:pt x="722222" y="319537"/>
                    </a:lnTo>
                    <a:cubicBezTo>
                      <a:pt x="736928" y="333281"/>
                      <a:pt x="745275" y="352509"/>
                      <a:pt x="745275" y="372638"/>
                    </a:cubicBezTo>
                    <a:cubicBezTo>
                      <a:pt x="745275" y="392767"/>
                      <a:pt x="736928" y="411995"/>
                      <a:pt x="722222" y="425739"/>
                    </a:cubicBezTo>
                    <a:lnTo>
                      <a:pt x="711053" y="436178"/>
                    </a:lnTo>
                    <a:cubicBezTo>
                      <a:pt x="674951" y="469920"/>
                      <a:pt x="655194" y="517617"/>
                      <a:pt x="656863" y="567003"/>
                    </a:cubicBezTo>
                    <a:lnTo>
                      <a:pt x="657379" y="582282"/>
                    </a:lnTo>
                    <a:cubicBezTo>
                      <a:pt x="658059" y="602400"/>
                      <a:pt x="650366" y="621899"/>
                      <a:pt x="636132" y="636132"/>
                    </a:cubicBezTo>
                    <a:cubicBezTo>
                      <a:pt x="621899" y="650366"/>
                      <a:pt x="602400" y="658059"/>
                      <a:pt x="582282" y="657379"/>
                    </a:cubicBezTo>
                    <a:lnTo>
                      <a:pt x="567003" y="656863"/>
                    </a:lnTo>
                    <a:cubicBezTo>
                      <a:pt x="517617" y="655194"/>
                      <a:pt x="469920" y="674951"/>
                      <a:pt x="436178" y="711053"/>
                    </a:cubicBezTo>
                    <a:lnTo>
                      <a:pt x="425739" y="722222"/>
                    </a:lnTo>
                    <a:cubicBezTo>
                      <a:pt x="411995" y="736928"/>
                      <a:pt x="392767" y="745275"/>
                      <a:pt x="372638" y="745275"/>
                    </a:cubicBezTo>
                    <a:cubicBezTo>
                      <a:pt x="352509" y="745275"/>
                      <a:pt x="333281" y="736928"/>
                      <a:pt x="319537" y="722222"/>
                    </a:cubicBezTo>
                    <a:lnTo>
                      <a:pt x="309098" y="711053"/>
                    </a:lnTo>
                    <a:cubicBezTo>
                      <a:pt x="275356" y="674951"/>
                      <a:pt x="227659" y="655194"/>
                      <a:pt x="178273" y="656863"/>
                    </a:cubicBezTo>
                    <a:lnTo>
                      <a:pt x="162993" y="657379"/>
                    </a:lnTo>
                    <a:cubicBezTo>
                      <a:pt x="142876" y="658059"/>
                      <a:pt x="123377" y="650366"/>
                      <a:pt x="109143" y="636132"/>
                    </a:cubicBezTo>
                    <a:cubicBezTo>
                      <a:pt x="94910" y="621899"/>
                      <a:pt x="87217" y="602400"/>
                      <a:pt x="87896" y="582282"/>
                    </a:cubicBezTo>
                    <a:lnTo>
                      <a:pt x="88413" y="567003"/>
                    </a:lnTo>
                    <a:cubicBezTo>
                      <a:pt x="90082" y="517617"/>
                      <a:pt x="70325" y="469920"/>
                      <a:pt x="34223" y="436178"/>
                    </a:cubicBezTo>
                    <a:lnTo>
                      <a:pt x="23054" y="425740"/>
                    </a:lnTo>
                    <a:cubicBezTo>
                      <a:pt x="8348" y="411995"/>
                      <a:pt x="0" y="392767"/>
                      <a:pt x="0" y="372638"/>
                    </a:cubicBezTo>
                    <a:cubicBezTo>
                      <a:pt x="0" y="352509"/>
                      <a:pt x="8348" y="333281"/>
                      <a:pt x="23054" y="319537"/>
                    </a:cubicBezTo>
                    <a:lnTo>
                      <a:pt x="34223" y="309098"/>
                    </a:lnTo>
                    <a:cubicBezTo>
                      <a:pt x="70325" y="275356"/>
                      <a:pt x="90082" y="227659"/>
                      <a:pt x="88413" y="178273"/>
                    </a:cubicBezTo>
                    <a:lnTo>
                      <a:pt x="87896" y="162993"/>
                    </a:lnTo>
                    <a:cubicBezTo>
                      <a:pt x="87217" y="142876"/>
                      <a:pt x="94910" y="123377"/>
                      <a:pt x="109143" y="109143"/>
                    </a:cubicBezTo>
                    <a:cubicBezTo>
                      <a:pt x="123377" y="94910"/>
                      <a:pt x="142876" y="87217"/>
                      <a:pt x="162993" y="87896"/>
                    </a:cubicBezTo>
                    <a:lnTo>
                      <a:pt x="178273" y="88413"/>
                    </a:lnTo>
                    <a:cubicBezTo>
                      <a:pt x="227659" y="90082"/>
                      <a:pt x="275356" y="70325"/>
                      <a:pt x="309098" y="34223"/>
                    </a:cubicBezTo>
                    <a:lnTo>
                      <a:pt x="319537" y="23054"/>
                    </a:lnTo>
                    <a:cubicBezTo>
                      <a:pt x="333281" y="8348"/>
                      <a:pt x="352509" y="0"/>
                      <a:pt x="372638" y="0"/>
                    </a:cubicBezTo>
                    <a:cubicBezTo>
                      <a:pt x="392767" y="0"/>
                      <a:pt x="411995" y="8348"/>
                      <a:pt x="425740" y="2305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 cmpd="sng">
                <a:solidFill>
                  <a:srgbClr val="CEA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4" name="Google Shape;3374;p17"/>
              <p:cNvSpPr txBox="1"/>
              <p:nvPr/>
            </p:nvSpPr>
            <p:spPr>
              <a:xfrm>
                <a:off x="127000" y="79375"/>
                <a:ext cx="558800" cy="606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375" name="Google Shape;3375;p17"/>
            <p:cNvGrpSpPr/>
            <p:nvPr/>
          </p:nvGrpSpPr>
          <p:grpSpPr>
            <a:xfrm>
              <a:off x="112012" y="112012"/>
              <a:ext cx="2472588" cy="2472588"/>
              <a:chOff x="33762" y="33762"/>
              <a:chExt cx="745275" cy="745275"/>
            </a:xfrm>
          </p:grpSpPr>
          <p:sp>
            <p:nvSpPr>
              <p:cNvPr id="3376" name="Google Shape;3376;p17"/>
              <p:cNvSpPr/>
              <p:nvPr/>
            </p:nvSpPr>
            <p:spPr>
              <a:xfrm>
                <a:off x="33762" y="33762"/>
                <a:ext cx="745275" cy="745275"/>
              </a:xfrm>
              <a:custGeom>
                <a:avLst/>
                <a:gdLst/>
                <a:ahLst/>
                <a:cxnLst/>
                <a:rect l="l" t="t" r="r" b="b"/>
                <a:pathLst>
                  <a:path w="745275" h="745275" extrusionOk="0">
                    <a:moveTo>
                      <a:pt x="425740" y="23054"/>
                    </a:moveTo>
                    <a:lnTo>
                      <a:pt x="436178" y="34223"/>
                    </a:lnTo>
                    <a:cubicBezTo>
                      <a:pt x="469920" y="70325"/>
                      <a:pt x="517617" y="90082"/>
                      <a:pt x="567003" y="88413"/>
                    </a:cubicBezTo>
                    <a:lnTo>
                      <a:pt x="582282" y="87896"/>
                    </a:lnTo>
                    <a:cubicBezTo>
                      <a:pt x="602400" y="87217"/>
                      <a:pt x="621899" y="94910"/>
                      <a:pt x="636132" y="109143"/>
                    </a:cubicBezTo>
                    <a:cubicBezTo>
                      <a:pt x="650366" y="123377"/>
                      <a:pt x="658059" y="142876"/>
                      <a:pt x="657379" y="162993"/>
                    </a:cubicBezTo>
                    <a:lnTo>
                      <a:pt x="656863" y="178273"/>
                    </a:lnTo>
                    <a:cubicBezTo>
                      <a:pt x="655194" y="227659"/>
                      <a:pt x="674951" y="275356"/>
                      <a:pt x="711053" y="309098"/>
                    </a:cubicBezTo>
                    <a:lnTo>
                      <a:pt x="722222" y="319537"/>
                    </a:lnTo>
                    <a:cubicBezTo>
                      <a:pt x="736928" y="333281"/>
                      <a:pt x="745275" y="352509"/>
                      <a:pt x="745275" y="372638"/>
                    </a:cubicBezTo>
                    <a:cubicBezTo>
                      <a:pt x="745275" y="392767"/>
                      <a:pt x="736928" y="411995"/>
                      <a:pt x="722222" y="425739"/>
                    </a:cubicBezTo>
                    <a:lnTo>
                      <a:pt x="711053" y="436178"/>
                    </a:lnTo>
                    <a:cubicBezTo>
                      <a:pt x="674951" y="469920"/>
                      <a:pt x="655194" y="517617"/>
                      <a:pt x="656863" y="567003"/>
                    </a:cubicBezTo>
                    <a:lnTo>
                      <a:pt x="657379" y="582282"/>
                    </a:lnTo>
                    <a:cubicBezTo>
                      <a:pt x="658059" y="602400"/>
                      <a:pt x="650366" y="621899"/>
                      <a:pt x="636132" y="636132"/>
                    </a:cubicBezTo>
                    <a:cubicBezTo>
                      <a:pt x="621899" y="650366"/>
                      <a:pt x="602400" y="658059"/>
                      <a:pt x="582282" y="657379"/>
                    </a:cubicBezTo>
                    <a:lnTo>
                      <a:pt x="567003" y="656863"/>
                    </a:lnTo>
                    <a:cubicBezTo>
                      <a:pt x="517617" y="655194"/>
                      <a:pt x="469920" y="674951"/>
                      <a:pt x="436178" y="711053"/>
                    </a:cubicBezTo>
                    <a:lnTo>
                      <a:pt x="425739" y="722222"/>
                    </a:lnTo>
                    <a:cubicBezTo>
                      <a:pt x="411995" y="736928"/>
                      <a:pt x="392767" y="745275"/>
                      <a:pt x="372638" y="745275"/>
                    </a:cubicBezTo>
                    <a:cubicBezTo>
                      <a:pt x="352509" y="745275"/>
                      <a:pt x="333281" y="736928"/>
                      <a:pt x="319537" y="722222"/>
                    </a:cubicBezTo>
                    <a:lnTo>
                      <a:pt x="309098" y="711053"/>
                    </a:lnTo>
                    <a:cubicBezTo>
                      <a:pt x="275356" y="674951"/>
                      <a:pt x="227659" y="655194"/>
                      <a:pt x="178273" y="656863"/>
                    </a:cubicBezTo>
                    <a:lnTo>
                      <a:pt x="162993" y="657379"/>
                    </a:lnTo>
                    <a:cubicBezTo>
                      <a:pt x="142876" y="658059"/>
                      <a:pt x="123377" y="650366"/>
                      <a:pt x="109143" y="636132"/>
                    </a:cubicBezTo>
                    <a:cubicBezTo>
                      <a:pt x="94910" y="621899"/>
                      <a:pt x="87217" y="602400"/>
                      <a:pt x="87896" y="582282"/>
                    </a:cubicBezTo>
                    <a:lnTo>
                      <a:pt x="88413" y="567003"/>
                    </a:lnTo>
                    <a:cubicBezTo>
                      <a:pt x="90082" y="517617"/>
                      <a:pt x="70325" y="469920"/>
                      <a:pt x="34223" y="436178"/>
                    </a:cubicBezTo>
                    <a:lnTo>
                      <a:pt x="23054" y="425740"/>
                    </a:lnTo>
                    <a:cubicBezTo>
                      <a:pt x="8348" y="411995"/>
                      <a:pt x="0" y="392767"/>
                      <a:pt x="0" y="372638"/>
                    </a:cubicBezTo>
                    <a:cubicBezTo>
                      <a:pt x="0" y="352509"/>
                      <a:pt x="8348" y="333281"/>
                      <a:pt x="23054" y="319537"/>
                    </a:cubicBezTo>
                    <a:lnTo>
                      <a:pt x="34223" y="309098"/>
                    </a:lnTo>
                    <a:cubicBezTo>
                      <a:pt x="70325" y="275356"/>
                      <a:pt x="90082" y="227659"/>
                      <a:pt x="88413" y="178273"/>
                    </a:cubicBezTo>
                    <a:lnTo>
                      <a:pt x="87896" y="162993"/>
                    </a:lnTo>
                    <a:cubicBezTo>
                      <a:pt x="87217" y="142876"/>
                      <a:pt x="94910" y="123377"/>
                      <a:pt x="109143" y="109143"/>
                    </a:cubicBezTo>
                    <a:cubicBezTo>
                      <a:pt x="123377" y="94910"/>
                      <a:pt x="142876" y="87217"/>
                      <a:pt x="162993" y="87896"/>
                    </a:cubicBezTo>
                    <a:lnTo>
                      <a:pt x="178273" y="88413"/>
                    </a:lnTo>
                    <a:cubicBezTo>
                      <a:pt x="227659" y="90082"/>
                      <a:pt x="275356" y="70325"/>
                      <a:pt x="309098" y="34223"/>
                    </a:cubicBezTo>
                    <a:lnTo>
                      <a:pt x="319537" y="23054"/>
                    </a:lnTo>
                    <a:cubicBezTo>
                      <a:pt x="333281" y="8348"/>
                      <a:pt x="352509" y="0"/>
                      <a:pt x="372638" y="0"/>
                    </a:cubicBezTo>
                    <a:cubicBezTo>
                      <a:pt x="392767" y="0"/>
                      <a:pt x="411995" y="8348"/>
                      <a:pt x="425740" y="2305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 cmpd="sng">
                <a:solidFill>
                  <a:srgbClr val="56126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7" name="Google Shape;3377;p17"/>
              <p:cNvSpPr txBox="1"/>
              <p:nvPr/>
            </p:nvSpPr>
            <p:spPr>
              <a:xfrm>
                <a:off x="127000" y="79375"/>
                <a:ext cx="558800" cy="606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3378" name="Google Shape;3378;p17"/>
          <p:cNvGrpSpPr/>
          <p:nvPr/>
        </p:nvGrpSpPr>
        <p:grpSpPr>
          <a:xfrm rot="-2307943">
            <a:off x="-138283" y="8042878"/>
            <a:ext cx="169260" cy="3266926"/>
            <a:chOff x="0" y="-47625"/>
            <a:chExt cx="44579" cy="860425"/>
          </a:xfrm>
        </p:grpSpPr>
        <p:sp>
          <p:nvSpPr>
            <p:cNvPr id="3379" name="Google Shape;3379;p17"/>
            <p:cNvSpPr/>
            <p:nvPr/>
          </p:nvSpPr>
          <p:spPr>
            <a:xfrm>
              <a:off x="0" y="0"/>
              <a:ext cx="44579" cy="812800"/>
            </a:xfrm>
            <a:custGeom>
              <a:avLst/>
              <a:gdLst/>
              <a:ahLst/>
              <a:cxnLst/>
              <a:rect l="l" t="t" r="r" b="b"/>
              <a:pathLst>
                <a:path w="44579" h="812800" extrusionOk="0">
                  <a:moveTo>
                    <a:pt x="22289" y="0"/>
                  </a:moveTo>
                  <a:lnTo>
                    <a:pt x="22289" y="0"/>
                  </a:lnTo>
                  <a:cubicBezTo>
                    <a:pt x="34599" y="0"/>
                    <a:pt x="44579" y="9979"/>
                    <a:pt x="44579" y="22289"/>
                  </a:cubicBezTo>
                  <a:lnTo>
                    <a:pt x="44579" y="790511"/>
                  </a:lnTo>
                  <a:cubicBezTo>
                    <a:pt x="44579" y="802821"/>
                    <a:pt x="34599" y="812800"/>
                    <a:pt x="22289" y="812800"/>
                  </a:cubicBezTo>
                  <a:lnTo>
                    <a:pt x="22289" y="812800"/>
                  </a:lnTo>
                  <a:cubicBezTo>
                    <a:pt x="9979" y="812800"/>
                    <a:pt x="0" y="802821"/>
                    <a:pt x="0" y="790511"/>
                  </a:cubicBezTo>
                  <a:lnTo>
                    <a:pt x="0" y="22289"/>
                  </a:lnTo>
                  <a:cubicBezTo>
                    <a:pt x="0" y="9979"/>
                    <a:pt x="9979" y="0"/>
                    <a:pt x="222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 cmpd="sng">
              <a:solidFill>
                <a:srgbClr val="CEA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17"/>
            <p:cNvSpPr txBox="1"/>
            <p:nvPr/>
          </p:nvSpPr>
          <p:spPr>
            <a:xfrm>
              <a:off x="0" y="-47625"/>
              <a:ext cx="44579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381" name="Google Shape;3381;p17"/>
          <p:cNvGrpSpPr/>
          <p:nvPr/>
        </p:nvGrpSpPr>
        <p:grpSpPr>
          <a:xfrm rot="-2307943">
            <a:off x="235726" y="8042878"/>
            <a:ext cx="169260" cy="3266926"/>
            <a:chOff x="0" y="-47625"/>
            <a:chExt cx="44579" cy="860425"/>
          </a:xfrm>
        </p:grpSpPr>
        <p:sp>
          <p:nvSpPr>
            <p:cNvPr id="3382" name="Google Shape;3382;p17"/>
            <p:cNvSpPr/>
            <p:nvPr/>
          </p:nvSpPr>
          <p:spPr>
            <a:xfrm>
              <a:off x="0" y="0"/>
              <a:ext cx="44579" cy="812800"/>
            </a:xfrm>
            <a:custGeom>
              <a:avLst/>
              <a:gdLst/>
              <a:ahLst/>
              <a:cxnLst/>
              <a:rect l="l" t="t" r="r" b="b"/>
              <a:pathLst>
                <a:path w="44579" h="812800" extrusionOk="0">
                  <a:moveTo>
                    <a:pt x="22289" y="0"/>
                  </a:moveTo>
                  <a:lnTo>
                    <a:pt x="22289" y="0"/>
                  </a:lnTo>
                  <a:cubicBezTo>
                    <a:pt x="34599" y="0"/>
                    <a:pt x="44579" y="9979"/>
                    <a:pt x="44579" y="22289"/>
                  </a:cubicBezTo>
                  <a:lnTo>
                    <a:pt x="44579" y="790511"/>
                  </a:lnTo>
                  <a:cubicBezTo>
                    <a:pt x="44579" y="802821"/>
                    <a:pt x="34599" y="812800"/>
                    <a:pt x="22289" y="812800"/>
                  </a:cubicBezTo>
                  <a:lnTo>
                    <a:pt x="22289" y="812800"/>
                  </a:lnTo>
                  <a:cubicBezTo>
                    <a:pt x="9979" y="812800"/>
                    <a:pt x="0" y="802821"/>
                    <a:pt x="0" y="790511"/>
                  </a:cubicBezTo>
                  <a:lnTo>
                    <a:pt x="0" y="22289"/>
                  </a:lnTo>
                  <a:cubicBezTo>
                    <a:pt x="0" y="9979"/>
                    <a:pt x="9979" y="0"/>
                    <a:pt x="222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 cmpd="sng">
              <a:solidFill>
                <a:srgbClr val="5612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17"/>
            <p:cNvSpPr txBox="1"/>
            <p:nvPr/>
          </p:nvSpPr>
          <p:spPr>
            <a:xfrm>
              <a:off x="0" y="-47625"/>
              <a:ext cx="44579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384" name="Google Shape;3384;p17"/>
          <p:cNvGrpSpPr/>
          <p:nvPr/>
        </p:nvGrpSpPr>
        <p:grpSpPr>
          <a:xfrm rot="5400000">
            <a:off x="18052248" y="3795958"/>
            <a:ext cx="1008000" cy="2695084"/>
            <a:chOff x="0" y="-47625"/>
            <a:chExt cx="280466" cy="709817"/>
          </a:xfrm>
        </p:grpSpPr>
        <p:sp>
          <p:nvSpPr>
            <p:cNvPr id="3385" name="Google Shape;3385;p17"/>
            <p:cNvSpPr/>
            <p:nvPr/>
          </p:nvSpPr>
          <p:spPr>
            <a:xfrm>
              <a:off x="0" y="0"/>
              <a:ext cx="280466" cy="662192"/>
            </a:xfrm>
            <a:prstGeom prst="roundRect">
              <a:avLst>
                <a:gd name="adj" fmla="val 16667"/>
              </a:avLst>
            </a:prstGeom>
            <a:solidFill>
              <a:srgbClr val="E2CBF6"/>
            </a:solidFill>
            <a:ln w="47625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17"/>
            <p:cNvSpPr/>
            <p:nvPr/>
          </p:nvSpPr>
          <p:spPr>
            <a:xfrm>
              <a:off x="0" y="-47625"/>
              <a:ext cx="280466" cy="709817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387" name="Google Shape;3387;p17"/>
          <p:cNvSpPr txBox="1"/>
          <p:nvPr/>
        </p:nvSpPr>
        <p:spPr>
          <a:xfrm>
            <a:off x="17226117" y="4862971"/>
            <a:ext cx="1142999" cy="527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3199">
                <a:solidFill>
                  <a:srgbClr val="561269"/>
                </a:solidFill>
                <a:latin typeface="Lilita One"/>
                <a:ea typeface="Lilita One"/>
                <a:cs typeface="Lilita One"/>
                <a:sym typeface="Lilita One"/>
              </a:rPr>
              <a:t>‹nº›</a:t>
            </a:fld>
            <a:endParaRPr sz="3199">
              <a:solidFill>
                <a:srgbClr val="561269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grpSp>
        <p:nvGrpSpPr>
          <p:cNvPr id="3388" name="Google Shape;3388;p17"/>
          <p:cNvGrpSpPr/>
          <p:nvPr/>
        </p:nvGrpSpPr>
        <p:grpSpPr>
          <a:xfrm>
            <a:off x="376598" y="150732"/>
            <a:ext cx="14649005" cy="1842261"/>
            <a:chOff x="0" y="-47625"/>
            <a:chExt cx="6794944" cy="854533"/>
          </a:xfrm>
        </p:grpSpPr>
        <p:sp>
          <p:nvSpPr>
            <p:cNvPr id="3389" name="Google Shape;3389;p17"/>
            <p:cNvSpPr/>
            <p:nvPr/>
          </p:nvSpPr>
          <p:spPr>
            <a:xfrm>
              <a:off x="0" y="0"/>
              <a:ext cx="6794944" cy="806908"/>
            </a:xfrm>
            <a:custGeom>
              <a:avLst/>
              <a:gdLst/>
              <a:ahLst/>
              <a:cxnLst/>
              <a:rect l="l" t="t" r="r" b="b"/>
              <a:pathLst>
                <a:path w="6794944" h="806908" extrusionOk="0">
                  <a:moveTo>
                    <a:pt x="6780674" y="0"/>
                  </a:moveTo>
                  <a:lnTo>
                    <a:pt x="14269" y="0"/>
                  </a:lnTo>
                  <a:cubicBezTo>
                    <a:pt x="6389" y="0"/>
                    <a:pt x="0" y="6389"/>
                    <a:pt x="0" y="14269"/>
                  </a:cubicBezTo>
                  <a:lnTo>
                    <a:pt x="0" y="610571"/>
                  </a:lnTo>
                  <a:cubicBezTo>
                    <a:pt x="0" y="618451"/>
                    <a:pt x="6389" y="624840"/>
                    <a:pt x="14269" y="624840"/>
                  </a:cubicBezTo>
                  <a:lnTo>
                    <a:pt x="143211" y="624840"/>
                  </a:lnTo>
                  <a:cubicBezTo>
                    <a:pt x="151091" y="624840"/>
                    <a:pt x="157480" y="631229"/>
                    <a:pt x="157480" y="639109"/>
                  </a:cubicBezTo>
                  <a:lnTo>
                    <a:pt x="157480" y="798531"/>
                  </a:lnTo>
                  <a:cubicBezTo>
                    <a:pt x="157480" y="801421"/>
                    <a:pt x="159043" y="804086"/>
                    <a:pt x="161565" y="805497"/>
                  </a:cubicBezTo>
                  <a:cubicBezTo>
                    <a:pt x="164088" y="806908"/>
                    <a:pt x="167176" y="806845"/>
                    <a:pt x="169640" y="805333"/>
                  </a:cubicBezTo>
                  <a:lnTo>
                    <a:pt x="451390" y="632307"/>
                  </a:lnTo>
                  <a:cubicBezTo>
                    <a:pt x="459341" y="627425"/>
                    <a:pt x="468489" y="624840"/>
                    <a:pt x="477819" y="624840"/>
                  </a:cubicBezTo>
                  <a:lnTo>
                    <a:pt x="6780674" y="624840"/>
                  </a:lnTo>
                  <a:cubicBezTo>
                    <a:pt x="6788555" y="624840"/>
                    <a:pt x="6794944" y="618451"/>
                    <a:pt x="6794944" y="610571"/>
                  </a:cubicBezTo>
                  <a:lnTo>
                    <a:pt x="6794944" y="14269"/>
                  </a:lnTo>
                  <a:cubicBezTo>
                    <a:pt x="6794944" y="6389"/>
                    <a:pt x="6788555" y="0"/>
                    <a:pt x="6780674" y="0"/>
                  </a:cubicBezTo>
                  <a:close/>
                </a:path>
              </a:pathLst>
            </a:custGeom>
            <a:solidFill>
              <a:srgbClr val="CEA8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17"/>
            <p:cNvSpPr txBox="1"/>
            <p:nvPr/>
          </p:nvSpPr>
          <p:spPr>
            <a:xfrm>
              <a:off x="0" y="-47625"/>
              <a:ext cx="6794944" cy="6699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391" name="Google Shape;3391;p17"/>
          <p:cNvGrpSpPr/>
          <p:nvPr/>
        </p:nvGrpSpPr>
        <p:grpSpPr>
          <a:xfrm>
            <a:off x="552424" y="289701"/>
            <a:ext cx="14824831" cy="1864525"/>
            <a:chOff x="0" y="-47625"/>
            <a:chExt cx="6794944" cy="854603"/>
          </a:xfrm>
        </p:grpSpPr>
        <p:sp>
          <p:nvSpPr>
            <p:cNvPr id="3392" name="Google Shape;3392;p17"/>
            <p:cNvSpPr/>
            <p:nvPr/>
          </p:nvSpPr>
          <p:spPr>
            <a:xfrm>
              <a:off x="0" y="0"/>
              <a:ext cx="6794944" cy="806978"/>
            </a:xfrm>
            <a:custGeom>
              <a:avLst/>
              <a:gdLst/>
              <a:ahLst/>
              <a:cxnLst/>
              <a:rect l="l" t="t" r="r" b="b"/>
              <a:pathLst>
                <a:path w="6794944" h="806978" extrusionOk="0">
                  <a:moveTo>
                    <a:pt x="6780844" y="0"/>
                  </a:moveTo>
                  <a:lnTo>
                    <a:pt x="14100" y="0"/>
                  </a:lnTo>
                  <a:cubicBezTo>
                    <a:pt x="10361" y="0"/>
                    <a:pt x="6774" y="1486"/>
                    <a:pt x="4130" y="4130"/>
                  </a:cubicBezTo>
                  <a:cubicBezTo>
                    <a:pt x="1486" y="6774"/>
                    <a:pt x="0" y="10361"/>
                    <a:pt x="0" y="14100"/>
                  </a:cubicBezTo>
                  <a:lnTo>
                    <a:pt x="0" y="610740"/>
                  </a:lnTo>
                  <a:cubicBezTo>
                    <a:pt x="0" y="618527"/>
                    <a:pt x="6313" y="624840"/>
                    <a:pt x="14100" y="624840"/>
                  </a:cubicBezTo>
                  <a:lnTo>
                    <a:pt x="143380" y="624840"/>
                  </a:lnTo>
                  <a:cubicBezTo>
                    <a:pt x="147119" y="624840"/>
                    <a:pt x="150706" y="626326"/>
                    <a:pt x="153350" y="628970"/>
                  </a:cubicBezTo>
                  <a:cubicBezTo>
                    <a:pt x="155994" y="631614"/>
                    <a:pt x="157480" y="635201"/>
                    <a:pt x="157480" y="638940"/>
                  </a:cubicBezTo>
                  <a:lnTo>
                    <a:pt x="157480" y="798700"/>
                  </a:lnTo>
                  <a:cubicBezTo>
                    <a:pt x="157480" y="801556"/>
                    <a:pt x="159024" y="804189"/>
                    <a:pt x="161517" y="805584"/>
                  </a:cubicBezTo>
                  <a:cubicBezTo>
                    <a:pt x="164010" y="806978"/>
                    <a:pt x="167061" y="806916"/>
                    <a:pt x="169495" y="805421"/>
                  </a:cubicBezTo>
                  <a:lnTo>
                    <a:pt x="451535" y="632219"/>
                  </a:lnTo>
                  <a:cubicBezTo>
                    <a:pt x="459391" y="627394"/>
                    <a:pt x="468431" y="624840"/>
                    <a:pt x="477650" y="624840"/>
                  </a:cubicBezTo>
                  <a:lnTo>
                    <a:pt x="6780844" y="624840"/>
                  </a:lnTo>
                  <a:cubicBezTo>
                    <a:pt x="6784584" y="624840"/>
                    <a:pt x="6788170" y="623354"/>
                    <a:pt x="6790814" y="620710"/>
                  </a:cubicBezTo>
                  <a:cubicBezTo>
                    <a:pt x="6793459" y="618066"/>
                    <a:pt x="6794944" y="614479"/>
                    <a:pt x="6794944" y="610740"/>
                  </a:cubicBezTo>
                  <a:lnTo>
                    <a:pt x="6794944" y="14100"/>
                  </a:lnTo>
                  <a:cubicBezTo>
                    <a:pt x="6794944" y="10361"/>
                    <a:pt x="6793459" y="6774"/>
                    <a:pt x="6790814" y="4130"/>
                  </a:cubicBezTo>
                  <a:cubicBezTo>
                    <a:pt x="6788170" y="1486"/>
                    <a:pt x="6784584" y="0"/>
                    <a:pt x="678084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rnd" cmpd="sng">
              <a:solidFill>
                <a:srgbClr val="5612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17"/>
            <p:cNvSpPr txBox="1"/>
            <p:nvPr/>
          </p:nvSpPr>
          <p:spPr>
            <a:xfrm>
              <a:off x="0" y="-47625"/>
              <a:ext cx="6794944" cy="6699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394" name="Google Shape;3394;p17"/>
          <p:cNvSpPr txBox="1">
            <a:spLocks noGrp="1"/>
          </p:cNvSpPr>
          <p:nvPr>
            <p:ph type="body" idx="3"/>
          </p:nvPr>
        </p:nvSpPr>
        <p:spPr>
          <a:xfrm>
            <a:off x="700548" y="593025"/>
            <a:ext cx="14099458" cy="833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561269"/>
              </a:buClr>
              <a:buSzPts val="5730"/>
              <a:buNone/>
              <a:defRPr sz="5730" cap="none">
                <a:solidFill>
                  <a:srgbClr val="561269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6" name="Google Shape;3396;p18"/>
          <p:cNvGrpSpPr/>
          <p:nvPr/>
        </p:nvGrpSpPr>
        <p:grpSpPr>
          <a:xfrm rot="-1380000">
            <a:off x="16751733" y="8993525"/>
            <a:ext cx="2842697" cy="2842697"/>
            <a:chOff x="0" y="0"/>
            <a:chExt cx="3790262" cy="3790262"/>
          </a:xfrm>
        </p:grpSpPr>
        <p:sp>
          <p:nvSpPr>
            <p:cNvPr id="3397" name="Google Shape;3397;p18"/>
            <p:cNvSpPr/>
            <p:nvPr/>
          </p:nvSpPr>
          <p:spPr>
            <a:xfrm>
              <a:off x="0" y="0"/>
              <a:ext cx="3790262" cy="3790262"/>
            </a:xfrm>
            <a:custGeom>
              <a:avLst/>
              <a:gdLst/>
              <a:ahLst/>
              <a:cxnLst/>
              <a:rect l="l" t="t" r="r" b="b"/>
              <a:pathLst>
                <a:path w="3790262" h="3790262" extrusionOk="0">
                  <a:moveTo>
                    <a:pt x="0" y="0"/>
                  </a:moveTo>
                  <a:lnTo>
                    <a:pt x="3790262" y="0"/>
                  </a:lnTo>
                  <a:lnTo>
                    <a:pt x="3790262" y="3790262"/>
                  </a:lnTo>
                  <a:lnTo>
                    <a:pt x="0" y="379026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398" name="Google Shape;3398;p18"/>
            <p:cNvSpPr/>
            <p:nvPr/>
          </p:nvSpPr>
          <p:spPr>
            <a:xfrm>
              <a:off x="327154" y="318381"/>
              <a:ext cx="3135954" cy="3135954"/>
            </a:xfrm>
            <a:custGeom>
              <a:avLst/>
              <a:gdLst/>
              <a:ahLst/>
              <a:cxnLst/>
              <a:rect l="l" t="t" r="r" b="b"/>
              <a:pathLst>
                <a:path w="3135954" h="3135954" extrusionOk="0">
                  <a:moveTo>
                    <a:pt x="0" y="0"/>
                  </a:moveTo>
                  <a:lnTo>
                    <a:pt x="3135954" y="0"/>
                  </a:lnTo>
                  <a:lnTo>
                    <a:pt x="3135954" y="3135953"/>
                  </a:lnTo>
                  <a:lnTo>
                    <a:pt x="0" y="31359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399" name="Google Shape;3399;p18"/>
            <p:cNvSpPr/>
            <p:nvPr/>
          </p:nvSpPr>
          <p:spPr>
            <a:xfrm>
              <a:off x="707550" y="698776"/>
              <a:ext cx="2375162" cy="2375162"/>
            </a:xfrm>
            <a:custGeom>
              <a:avLst/>
              <a:gdLst/>
              <a:ahLst/>
              <a:cxnLst/>
              <a:rect l="l" t="t" r="r" b="b"/>
              <a:pathLst>
                <a:path w="2375162" h="2375162" extrusionOk="0">
                  <a:moveTo>
                    <a:pt x="0" y="0"/>
                  </a:moveTo>
                  <a:lnTo>
                    <a:pt x="2375162" y="0"/>
                  </a:lnTo>
                  <a:lnTo>
                    <a:pt x="2375162" y="2375163"/>
                  </a:lnTo>
                  <a:lnTo>
                    <a:pt x="0" y="237516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grpSp>
        <p:nvGrpSpPr>
          <p:cNvPr id="3400" name="Google Shape;3400;p18"/>
          <p:cNvGrpSpPr/>
          <p:nvPr/>
        </p:nvGrpSpPr>
        <p:grpSpPr>
          <a:xfrm>
            <a:off x="16451663" y="-1498147"/>
            <a:ext cx="3006129" cy="2829716"/>
            <a:chOff x="170920" y="170920"/>
            <a:chExt cx="4008172" cy="3772955"/>
          </a:xfrm>
        </p:grpSpPr>
        <p:grpSp>
          <p:nvGrpSpPr>
            <p:cNvPr id="3401" name="Google Shape;3401;p18"/>
            <p:cNvGrpSpPr/>
            <p:nvPr/>
          </p:nvGrpSpPr>
          <p:grpSpPr>
            <a:xfrm>
              <a:off x="406137" y="170920"/>
              <a:ext cx="3772955" cy="3772955"/>
              <a:chOff x="33762" y="33762"/>
              <a:chExt cx="745275" cy="745275"/>
            </a:xfrm>
          </p:grpSpPr>
          <p:sp>
            <p:nvSpPr>
              <p:cNvPr id="3402" name="Google Shape;3402;p18"/>
              <p:cNvSpPr/>
              <p:nvPr/>
            </p:nvSpPr>
            <p:spPr>
              <a:xfrm>
                <a:off x="33762" y="33762"/>
                <a:ext cx="745275" cy="745275"/>
              </a:xfrm>
              <a:custGeom>
                <a:avLst/>
                <a:gdLst/>
                <a:ahLst/>
                <a:cxnLst/>
                <a:rect l="l" t="t" r="r" b="b"/>
                <a:pathLst>
                  <a:path w="745275" h="745275" extrusionOk="0">
                    <a:moveTo>
                      <a:pt x="425740" y="23054"/>
                    </a:moveTo>
                    <a:lnTo>
                      <a:pt x="436178" y="34223"/>
                    </a:lnTo>
                    <a:cubicBezTo>
                      <a:pt x="469920" y="70325"/>
                      <a:pt x="517617" y="90082"/>
                      <a:pt x="567003" y="88413"/>
                    </a:cubicBezTo>
                    <a:lnTo>
                      <a:pt x="582282" y="87896"/>
                    </a:lnTo>
                    <a:cubicBezTo>
                      <a:pt x="602400" y="87217"/>
                      <a:pt x="621899" y="94910"/>
                      <a:pt x="636132" y="109143"/>
                    </a:cubicBezTo>
                    <a:cubicBezTo>
                      <a:pt x="650366" y="123377"/>
                      <a:pt x="658059" y="142876"/>
                      <a:pt x="657379" y="162993"/>
                    </a:cubicBezTo>
                    <a:lnTo>
                      <a:pt x="656863" y="178273"/>
                    </a:lnTo>
                    <a:cubicBezTo>
                      <a:pt x="655194" y="227659"/>
                      <a:pt x="674951" y="275356"/>
                      <a:pt x="711053" y="309098"/>
                    </a:cubicBezTo>
                    <a:lnTo>
                      <a:pt x="722222" y="319537"/>
                    </a:lnTo>
                    <a:cubicBezTo>
                      <a:pt x="736928" y="333281"/>
                      <a:pt x="745275" y="352509"/>
                      <a:pt x="745275" y="372638"/>
                    </a:cubicBezTo>
                    <a:cubicBezTo>
                      <a:pt x="745275" y="392767"/>
                      <a:pt x="736928" y="411995"/>
                      <a:pt x="722222" y="425739"/>
                    </a:cubicBezTo>
                    <a:lnTo>
                      <a:pt x="711053" y="436178"/>
                    </a:lnTo>
                    <a:cubicBezTo>
                      <a:pt x="674951" y="469920"/>
                      <a:pt x="655194" y="517617"/>
                      <a:pt x="656863" y="567003"/>
                    </a:cubicBezTo>
                    <a:lnTo>
                      <a:pt x="657379" y="582282"/>
                    </a:lnTo>
                    <a:cubicBezTo>
                      <a:pt x="658059" y="602400"/>
                      <a:pt x="650366" y="621899"/>
                      <a:pt x="636132" y="636132"/>
                    </a:cubicBezTo>
                    <a:cubicBezTo>
                      <a:pt x="621899" y="650366"/>
                      <a:pt x="602400" y="658059"/>
                      <a:pt x="582282" y="657379"/>
                    </a:cubicBezTo>
                    <a:lnTo>
                      <a:pt x="567003" y="656863"/>
                    </a:lnTo>
                    <a:cubicBezTo>
                      <a:pt x="517617" y="655194"/>
                      <a:pt x="469920" y="674951"/>
                      <a:pt x="436178" y="711053"/>
                    </a:cubicBezTo>
                    <a:lnTo>
                      <a:pt x="425739" y="722222"/>
                    </a:lnTo>
                    <a:cubicBezTo>
                      <a:pt x="411995" y="736928"/>
                      <a:pt x="392767" y="745275"/>
                      <a:pt x="372638" y="745275"/>
                    </a:cubicBezTo>
                    <a:cubicBezTo>
                      <a:pt x="352509" y="745275"/>
                      <a:pt x="333281" y="736928"/>
                      <a:pt x="319537" y="722222"/>
                    </a:cubicBezTo>
                    <a:lnTo>
                      <a:pt x="309098" y="711053"/>
                    </a:lnTo>
                    <a:cubicBezTo>
                      <a:pt x="275356" y="674951"/>
                      <a:pt x="227659" y="655194"/>
                      <a:pt x="178273" y="656863"/>
                    </a:cubicBezTo>
                    <a:lnTo>
                      <a:pt x="162993" y="657379"/>
                    </a:lnTo>
                    <a:cubicBezTo>
                      <a:pt x="142876" y="658059"/>
                      <a:pt x="123377" y="650366"/>
                      <a:pt x="109143" y="636132"/>
                    </a:cubicBezTo>
                    <a:cubicBezTo>
                      <a:pt x="94910" y="621899"/>
                      <a:pt x="87217" y="602400"/>
                      <a:pt x="87896" y="582282"/>
                    </a:cubicBezTo>
                    <a:lnTo>
                      <a:pt x="88413" y="567003"/>
                    </a:lnTo>
                    <a:cubicBezTo>
                      <a:pt x="90082" y="517617"/>
                      <a:pt x="70325" y="469920"/>
                      <a:pt x="34223" y="436178"/>
                    </a:cubicBezTo>
                    <a:lnTo>
                      <a:pt x="23054" y="425740"/>
                    </a:lnTo>
                    <a:cubicBezTo>
                      <a:pt x="8348" y="411995"/>
                      <a:pt x="0" y="392767"/>
                      <a:pt x="0" y="372638"/>
                    </a:cubicBezTo>
                    <a:cubicBezTo>
                      <a:pt x="0" y="352509"/>
                      <a:pt x="8348" y="333281"/>
                      <a:pt x="23054" y="319537"/>
                    </a:cubicBezTo>
                    <a:lnTo>
                      <a:pt x="34223" y="309098"/>
                    </a:lnTo>
                    <a:cubicBezTo>
                      <a:pt x="70325" y="275356"/>
                      <a:pt x="90082" y="227659"/>
                      <a:pt x="88413" y="178273"/>
                    </a:cubicBezTo>
                    <a:lnTo>
                      <a:pt x="87896" y="162993"/>
                    </a:lnTo>
                    <a:cubicBezTo>
                      <a:pt x="87217" y="142876"/>
                      <a:pt x="94910" y="123377"/>
                      <a:pt x="109143" y="109143"/>
                    </a:cubicBezTo>
                    <a:cubicBezTo>
                      <a:pt x="123377" y="94910"/>
                      <a:pt x="142876" y="87217"/>
                      <a:pt x="162993" y="87896"/>
                    </a:cubicBezTo>
                    <a:lnTo>
                      <a:pt x="178273" y="88413"/>
                    </a:lnTo>
                    <a:cubicBezTo>
                      <a:pt x="227659" y="90082"/>
                      <a:pt x="275356" y="70325"/>
                      <a:pt x="309098" y="34223"/>
                    </a:cubicBezTo>
                    <a:lnTo>
                      <a:pt x="319537" y="23054"/>
                    </a:lnTo>
                    <a:cubicBezTo>
                      <a:pt x="333281" y="8348"/>
                      <a:pt x="352509" y="0"/>
                      <a:pt x="372638" y="0"/>
                    </a:cubicBezTo>
                    <a:cubicBezTo>
                      <a:pt x="392767" y="0"/>
                      <a:pt x="411995" y="8348"/>
                      <a:pt x="425740" y="2305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 cmpd="sng">
                <a:solidFill>
                  <a:srgbClr val="CEA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3" name="Google Shape;3403;p18"/>
              <p:cNvSpPr txBox="1"/>
              <p:nvPr/>
            </p:nvSpPr>
            <p:spPr>
              <a:xfrm>
                <a:off x="127000" y="79375"/>
                <a:ext cx="558800" cy="606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04" name="Google Shape;3404;p18"/>
            <p:cNvGrpSpPr/>
            <p:nvPr/>
          </p:nvGrpSpPr>
          <p:grpSpPr>
            <a:xfrm>
              <a:off x="170920" y="170920"/>
              <a:ext cx="3772955" cy="3772955"/>
              <a:chOff x="33762" y="33762"/>
              <a:chExt cx="745275" cy="745275"/>
            </a:xfrm>
          </p:grpSpPr>
          <p:sp>
            <p:nvSpPr>
              <p:cNvPr id="3405" name="Google Shape;3405;p18"/>
              <p:cNvSpPr/>
              <p:nvPr/>
            </p:nvSpPr>
            <p:spPr>
              <a:xfrm>
                <a:off x="33762" y="33762"/>
                <a:ext cx="745275" cy="745275"/>
              </a:xfrm>
              <a:custGeom>
                <a:avLst/>
                <a:gdLst/>
                <a:ahLst/>
                <a:cxnLst/>
                <a:rect l="l" t="t" r="r" b="b"/>
                <a:pathLst>
                  <a:path w="745275" h="745275" extrusionOk="0">
                    <a:moveTo>
                      <a:pt x="425740" y="23054"/>
                    </a:moveTo>
                    <a:lnTo>
                      <a:pt x="436178" y="34223"/>
                    </a:lnTo>
                    <a:cubicBezTo>
                      <a:pt x="469920" y="70325"/>
                      <a:pt x="517617" y="90082"/>
                      <a:pt x="567003" y="88413"/>
                    </a:cubicBezTo>
                    <a:lnTo>
                      <a:pt x="582282" y="87896"/>
                    </a:lnTo>
                    <a:cubicBezTo>
                      <a:pt x="602400" y="87217"/>
                      <a:pt x="621899" y="94910"/>
                      <a:pt x="636132" y="109143"/>
                    </a:cubicBezTo>
                    <a:cubicBezTo>
                      <a:pt x="650366" y="123377"/>
                      <a:pt x="658059" y="142876"/>
                      <a:pt x="657379" y="162993"/>
                    </a:cubicBezTo>
                    <a:lnTo>
                      <a:pt x="656863" y="178273"/>
                    </a:lnTo>
                    <a:cubicBezTo>
                      <a:pt x="655194" y="227659"/>
                      <a:pt x="674951" y="275356"/>
                      <a:pt x="711053" y="309098"/>
                    </a:cubicBezTo>
                    <a:lnTo>
                      <a:pt x="722222" y="319537"/>
                    </a:lnTo>
                    <a:cubicBezTo>
                      <a:pt x="736928" y="333281"/>
                      <a:pt x="745275" y="352509"/>
                      <a:pt x="745275" y="372638"/>
                    </a:cubicBezTo>
                    <a:cubicBezTo>
                      <a:pt x="745275" y="392767"/>
                      <a:pt x="736928" y="411995"/>
                      <a:pt x="722222" y="425739"/>
                    </a:cubicBezTo>
                    <a:lnTo>
                      <a:pt x="711053" y="436178"/>
                    </a:lnTo>
                    <a:cubicBezTo>
                      <a:pt x="674951" y="469920"/>
                      <a:pt x="655194" y="517617"/>
                      <a:pt x="656863" y="567003"/>
                    </a:cubicBezTo>
                    <a:lnTo>
                      <a:pt x="657379" y="582282"/>
                    </a:lnTo>
                    <a:cubicBezTo>
                      <a:pt x="658059" y="602400"/>
                      <a:pt x="650366" y="621899"/>
                      <a:pt x="636132" y="636132"/>
                    </a:cubicBezTo>
                    <a:cubicBezTo>
                      <a:pt x="621899" y="650366"/>
                      <a:pt x="602400" y="658059"/>
                      <a:pt x="582282" y="657379"/>
                    </a:cubicBezTo>
                    <a:lnTo>
                      <a:pt x="567003" y="656863"/>
                    </a:lnTo>
                    <a:cubicBezTo>
                      <a:pt x="517617" y="655194"/>
                      <a:pt x="469920" y="674951"/>
                      <a:pt x="436178" y="711053"/>
                    </a:cubicBezTo>
                    <a:lnTo>
                      <a:pt x="425739" y="722222"/>
                    </a:lnTo>
                    <a:cubicBezTo>
                      <a:pt x="411995" y="736928"/>
                      <a:pt x="392767" y="745275"/>
                      <a:pt x="372638" y="745275"/>
                    </a:cubicBezTo>
                    <a:cubicBezTo>
                      <a:pt x="352509" y="745275"/>
                      <a:pt x="333281" y="736928"/>
                      <a:pt x="319537" y="722222"/>
                    </a:cubicBezTo>
                    <a:lnTo>
                      <a:pt x="309098" y="711053"/>
                    </a:lnTo>
                    <a:cubicBezTo>
                      <a:pt x="275356" y="674951"/>
                      <a:pt x="227659" y="655194"/>
                      <a:pt x="178273" y="656863"/>
                    </a:cubicBezTo>
                    <a:lnTo>
                      <a:pt x="162993" y="657379"/>
                    </a:lnTo>
                    <a:cubicBezTo>
                      <a:pt x="142876" y="658059"/>
                      <a:pt x="123377" y="650366"/>
                      <a:pt x="109143" y="636132"/>
                    </a:cubicBezTo>
                    <a:cubicBezTo>
                      <a:pt x="94910" y="621899"/>
                      <a:pt x="87217" y="602400"/>
                      <a:pt x="87896" y="582282"/>
                    </a:cubicBezTo>
                    <a:lnTo>
                      <a:pt x="88413" y="567003"/>
                    </a:lnTo>
                    <a:cubicBezTo>
                      <a:pt x="90082" y="517617"/>
                      <a:pt x="70325" y="469920"/>
                      <a:pt x="34223" y="436178"/>
                    </a:cubicBezTo>
                    <a:lnTo>
                      <a:pt x="23054" y="425740"/>
                    </a:lnTo>
                    <a:cubicBezTo>
                      <a:pt x="8348" y="411995"/>
                      <a:pt x="0" y="392767"/>
                      <a:pt x="0" y="372638"/>
                    </a:cubicBezTo>
                    <a:cubicBezTo>
                      <a:pt x="0" y="352509"/>
                      <a:pt x="8348" y="333281"/>
                      <a:pt x="23054" y="319537"/>
                    </a:cubicBezTo>
                    <a:lnTo>
                      <a:pt x="34223" y="309098"/>
                    </a:lnTo>
                    <a:cubicBezTo>
                      <a:pt x="70325" y="275356"/>
                      <a:pt x="90082" y="227659"/>
                      <a:pt x="88413" y="178273"/>
                    </a:cubicBezTo>
                    <a:lnTo>
                      <a:pt x="87896" y="162993"/>
                    </a:lnTo>
                    <a:cubicBezTo>
                      <a:pt x="87217" y="142876"/>
                      <a:pt x="94910" y="123377"/>
                      <a:pt x="109143" y="109143"/>
                    </a:cubicBezTo>
                    <a:cubicBezTo>
                      <a:pt x="123377" y="94910"/>
                      <a:pt x="142876" y="87217"/>
                      <a:pt x="162993" y="87896"/>
                    </a:cubicBezTo>
                    <a:lnTo>
                      <a:pt x="178273" y="88413"/>
                    </a:lnTo>
                    <a:cubicBezTo>
                      <a:pt x="227659" y="90082"/>
                      <a:pt x="275356" y="70325"/>
                      <a:pt x="309098" y="34223"/>
                    </a:cubicBezTo>
                    <a:lnTo>
                      <a:pt x="319537" y="23054"/>
                    </a:lnTo>
                    <a:cubicBezTo>
                      <a:pt x="333281" y="8348"/>
                      <a:pt x="352509" y="0"/>
                      <a:pt x="372638" y="0"/>
                    </a:cubicBezTo>
                    <a:cubicBezTo>
                      <a:pt x="392767" y="0"/>
                      <a:pt x="411995" y="8348"/>
                      <a:pt x="425740" y="2305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 cmpd="sng">
                <a:solidFill>
                  <a:srgbClr val="56126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6" name="Google Shape;3406;p18"/>
              <p:cNvSpPr txBox="1"/>
              <p:nvPr/>
            </p:nvSpPr>
            <p:spPr>
              <a:xfrm>
                <a:off x="127000" y="79375"/>
                <a:ext cx="558800" cy="606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3407" name="Google Shape;3407;p18"/>
          <p:cNvGrpSpPr/>
          <p:nvPr/>
        </p:nvGrpSpPr>
        <p:grpSpPr>
          <a:xfrm>
            <a:off x="17289485" y="1062856"/>
            <a:ext cx="996032" cy="3511544"/>
            <a:chOff x="0" y="0"/>
            <a:chExt cx="1328042" cy="4682059"/>
          </a:xfrm>
        </p:grpSpPr>
        <p:grpSp>
          <p:nvGrpSpPr>
            <p:cNvPr id="3408" name="Google Shape;3408;p18"/>
            <p:cNvGrpSpPr/>
            <p:nvPr/>
          </p:nvGrpSpPr>
          <p:grpSpPr>
            <a:xfrm>
              <a:off x="944503" y="670492"/>
              <a:ext cx="147414" cy="147414"/>
              <a:chOff x="0" y="0"/>
              <a:chExt cx="812800" cy="812800"/>
            </a:xfrm>
          </p:grpSpPr>
          <p:sp>
            <p:nvSpPr>
              <p:cNvPr id="3409" name="Google Shape;3409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0" name="Google Shape;3410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11" name="Google Shape;3411;p18"/>
            <p:cNvGrpSpPr/>
            <p:nvPr/>
          </p:nvGrpSpPr>
          <p:grpSpPr>
            <a:xfrm>
              <a:off x="1180628" y="670492"/>
              <a:ext cx="147414" cy="147414"/>
              <a:chOff x="0" y="0"/>
              <a:chExt cx="812800" cy="812800"/>
            </a:xfrm>
          </p:grpSpPr>
          <p:sp>
            <p:nvSpPr>
              <p:cNvPr id="3412" name="Google Shape;3412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3" name="Google Shape;3413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14" name="Google Shape;3414;p18"/>
            <p:cNvGrpSpPr/>
            <p:nvPr/>
          </p:nvGrpSpPr>
          <p:grpSpPr>
            <a:xfrm>
              <a:off x="1180628" y="912001"/>
              <a:ext cx="147414" cy="147414"/>
              <a:chOff x="0" y="0"/>
              <a:chExt cx="812800" cy="812800"/>
            </a:xfrm>
          </p:grpSpPr>
          <p:sp>
            <p:nvSpPr>
              <p:cNvPr id="3415" name="Google Shape;3415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6" name="Google Shape;3416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17" name="Google Shape;3417;p18"/>
            <p:cNvGrpSpPr/>
            <p:nvPr/>
          </p:nvGrpSpPr>
          <p:grpSpPr>
            <a:xfrm>
              <a:off x="944503" y="912001"/>
              <a:ext cx="147414" cy="147414"/>
              <a:chOff x="0" y="0"/>
              <a:chExt cx="812800" cy="812800"/>
            </a:xfrm>
          </p:grpSpPr>
          <p:sp>
            <p:nvSpPr>
              <p:cNvPr id="3418" name="Google Shape;3418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9" name="Google Shape;3419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20" name="Google Shape;3420;p18"/>
            <p:cNvGrpSpPr/>
            <p:nvPr/>
          </p:nvGrpSpPr>
          <p:grpSpPr>
            <a:xfrm>
              <a:off x="944503" y="1153511"/>
              <a:ext cx="147414" cy="147414"/>
              <a:chOff x="0" y="0"/>
              <a:chExt cx="812800" cy="812800"/>
            </a:xfrm>
          </p:grpSpPr>
          <p:sp>
            <p:nvSpPr>
              <p:cNvPr id="3421" name="Google Shape;3421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2" name="Google Shape;3422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23" name="Google Shape;3423;p18"/>
            <p:cNvGrpSpPr/>
            <p:nvPr/>
          </p:nvGrpSpPr>
          <p:grpSpPr>
            <a:xfrm>
              <a:off x="1180628" y="1153511"/>
              <a:ext cx="147414" cy="147414"/>
              <a:chOff x="0" y="0"/>
              <a:chExt cx="812800" cy="812800"/>
            </a:xfrm>
          </p:grpSpPr>
          <p:sp>
            <p:nvSpPr>
              <p:cNvPr id="3424" name="Google Shape;3424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5" name="Google Shape;3425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26" name="Google Shape;3426;p18"/>
            <p:cNvGrpSpPr/>
            <p:nvPr/>
          </p:nvGrpSpPr>
          <p:grpSpPr>
            <a:xfrm>
              <a:off x="1180628" y="1395021"/>
              <a:ext cx="147414" cy="147414"/>
              <a:chOff x="0" y="0"/>
              <a:chExt cx="812800" cy="812800"/>
            </a:xfrm>
          </p:grpSpPr>
          <p:sp>
            <p:nvSpPr>
              <p:cNvPr id="3427" name="Google Shape;3427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8" name="Google Shape;3428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29" name="Google Shape;3429;p18"/>
            <p:cNvGrpSpPr/>
            <p:nvPr/>
          </p:nvGrpSpPr>
          <p:grpSpPr>
            <a:xfrm>
              <a:off x="944503" y="1395021"/>
              <a:ext cx="147414" cy="147414"/>
              <a:chOff x="0" y="0"/>
              <a:chExt cx="812800" cy="812800"/>
            </a:xfrm>
          </p:grpSpPr>
          <p:sp>
            <p:nvSpPr>
              <p:cNvPr id="3430" name="Google Shape;3430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1" name="Google Shape;3431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32" name="Google Shape;3432;p18"/>
            <p:cNvGrpSpPr/>
            <p:nvPr/>
          </p:nvGrpSpPr>
          <p:grpSpPr>
            <a:xfrm>
              <a:off x="944503" y="1636530"/>
              <a:ext cx="147414" cy="147414"/>
              <a:chOff x="0" y="0"/>
              <a:chExt cx="812800" cy="812800"/>
            </a:xfrm>
          </p:grpSpPr>
          <p:sp>
            <p:nvSpPr>
              <p:cNvPr id="3433" name="Google Shape;3433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4" name="Google Shape;3434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35" name="Google Shape;3435;p18"/>
            <p:cNvGrpSpPr/>
            <p:nvPr/>
          </p:nvGrpSpPr>
          <p:grpSpPr>
            <a:xfrm>
              <a:off x="1180628" y="1636530"/>
              <a:ext cx="147414" cy="147414"/>
              <a:chOff x="0" y="0"/>
              <a:chExt cx="812800" cy="812800"/>
            </a:xfrm>
          </p:grpSpPr>
          <p:sp>
            <p:nvSpPr>
              <p:cNvPr id="3436" name="Google Shape;3436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7" name="Google Shape;3437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38" name="Google Shape;3438;p18"/>
            <p:cNvGrpSpPr/>
            <p:nvPr/>
          </p:nvGrpSpPr>
          <p:grpSpPr>
            <a:xfrm>
              <a:off x="1180628" y="1878040"/>
              <a:ext cx="147414" cy="147414"/>
              <a:chOff x="0" y="0"/>
              <a:chExt cx="812800" cy="812800"/>
            </a:xfrm>
          </p:grpSpPr>
          <p:sp>
            <p:nvSpPr>
              <p:cNvPr id="3439" name="Google Shape;3439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0" name="Google Shape;3440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41" name="Google Shape;3441;p18"/>
            <p:cNvGrpSpPr/>
            <p:nvPr/>
          </p:nvGrpSpPr>
          <p:grpSpPr>
            <a:xfrm>
              <a:off x="944503" y="1878040"/>
              <a:ext cx="147414" cy="147414"/>
              <a:chOff x="0" y="0"/>
              <a:chExt cx="812800" cy="812800"/>
            </a:xfrm>
          </p:grpSpPr>
          <p:sp>
            <p:nvSpPr>
              <p:cNvPr id="3442" name="Google Shape;3442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3" name="Google Shape;3443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44" name="Google Shape;3444;p18"/>
            <p:cNvGrpSpPr/>
            <p:nvPr/>
          </p:nvGrpSpPr>
          <p:grpSpPr>
            <a:xfrm>
              <a:off x="944503" y="2119549"/>
              <a:ext cx="147414" cy="147414"/>
              <a:chOff x="0" y="0"/>
              <a:chExt cx="812800" cy="812800"/>
            </a:xfrm>
          </p:grpSpPr>
          <p:sp>
            <p:nvSpPr>
              <p:cNvPr id="3445" name="Google Shape;3445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6" name="Google Shape;3446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47" name="Google Shape;3447;p18"/>
            <p:cNvGrpSpPr/>
            <p:nvPr/>
          </p:nvGrpSpPr>
          <p:grpSpPr>
            <a:xfrm>
              <a:off x="1180628" y="2119549"/>
              <a:ext cx="147414" cy="147414"/>
              <a:chOff x="0" y="0"/>
              <a:chExt cx="812800" cy="812800"/>
            </a:xfrm>
          </p:grpSpPr>
          <p:sp>
            <p:nvSpPr>
              <p:cNvPr id="3448" name="Google Shape;3448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9" name="Google Shape;3449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50" name="Google Shape;3450;p18"/>
            <p:cNvGrpSpPr/>
            <p:nvPr/>
          </p:nvGrpSpPr>
          <p:grpSpPr>
            <a:xfrm>
              <a:off x="1180628" y="2361059"/>
              <a:ext cx="147414" cy="147414"/>
              <a:chOff x="0" y="0"/>
              <a:chExt cx="812800" cy="812800"/>
            </a:xfrm>
          </p:grpSpPr>
          <p:sp>
            <p:nvSpPr>
              <p:cNvPr id="3451" name="Google Shape;3451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2" name="Google Shape;3452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53" name="Google Shape;3453;p18"/>
            <p:cNvGrpSpPr/>
            <p:nvPr/>
          </p:nvGrpSpPr>
          <p:grpSpPr>
            <a:xfrm>
              <a:off x="944503" y="2361059"/>
              <a:ext cx="147414" cy="147414"/>
              <a:chOff x="0" y="0"/>
              <a:chExt cx="812800" cy="812800"/>
            </a:xfrm>
          </p:grpSpPr>
          <p:sp>
            <p:nvSpPr>
              <p:cNvPr id="3454" name="Google Shape;3454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5" name="Google Shape;3455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56" name="Google Shape;3456;p18"/>
            <p:cNvGrpSpPr/>
            <p:nvPr/>
          </p:nvGrpSpPr>
          <p:grpSpPr>
            <a:xfrm>
              <a:off x="944503" y="2602569"/>
              <a:ext cx="147414" cy="147414"/>
              <a:chOff x="0" y="0"/>
              <a:chExt cx="812800" cy="812800"/>
            </a:xfrm>
          </p:grpSpPr>
          <p:sp>
            <p:nvSpPr>
              <p:cNvPr id="3457" name="Google Shape;3457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8" name="Google Shape;3458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59" name="Google Shape;3459;p18"/>
            <p:cNvGrpSpPr/>
            <p:nvPr/>
          </p:nvGrpSpPr>
          <p:grpSpPr>
            <a:xfrm>
              <a:off x="1180628" y="2602569"/>
              <a:ext cx="147414" cy="147414"/>
              <a:chOff x="0" y="0"/>
              <a:chExt cx="812800" cy="812800"/>
            </a:xfrm>
          </p:grpSpPr>
          <p:sp>
            <p:nvSpPr>
              <p:cNvPr id="3460" name="Google Shape;3460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1" name="Google Shape;3461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62" name="Google Shape;3462;p18"/>
            <p:cNvGrpSpPr/>
            <p:nvPr/>
          </p:nvGrpSpPr>
          <p:grpSpPr>
            <a:xfrm>
              <a:off x="1180628" y="2844078"/>
              <a:ext cx="147414" cy="147414"/>
              <a:chOff x="0" y="0"/>
              <a:chExt cx="812800" cy="812800"/>
            </a:xfrm>
          </p:grpSpPr>
          <p:sp>
            <p:nvSpPr>
              <p:cNvPr id="3463" name="Google Shape;3463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4" name="Google Shape;3464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65" name="Google Shape;3465;p18"/>
            <p:cNvGrpSpPr/>
            <p:nvPr/>
          </p:nvGrpSpPr>
          <p:grpSpPr>
            <a:xfrm>
              <a:off x="944503" y="2844078"/>
              <a:ext cx="147414" cy="147414"/>
              <a:chOff x="0" y="0"/>
              <a:chExt cx="812800" cy="812800"/>
            </a:xfrm>
          </p:grpSpPr>
          <p:sp>
            <p:nvSpPr>
              <p:cNvPr id="3466" name="Google Shape;3466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7" name="Google Shape;3467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68" name="Google Shape;3468;p18"/>
            <p:cNvGrpSpPr/>
            <p:nvPr/>
          </p:nvGrpSpPr>
          <p:grpSpPr>
            <a:xfrm>
              <a:off x="944503" y="3085588"/>
              <a:ext cx="147414" cy="147414"/>
              <a:chOff x="0" y="0"/>
              <a:chExt cx="812800" cy="812800"/>
            </a:xfrm>
          </p:grpSpPr>
          <p:sp>
            <p:nvSpPr>
              <p:cNvPr id="3469" name="Google Shape;3469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0" name="Google Shape;3470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71" name="Google Shape;3471;p18"/>
            <p:cNvGrpSpPr/>
            <p:nvPr/>
          </p:nvGrpSpPr>
          <p:grpSpPr>
            <a:xfrm>
              <a:off x="1180628" y="3085588"/>
              <a:ext cx="147414" cy="147414"/>
              <a:chOff x="0" y="0"/>
              <a:chExt cx="812800" cy="812800"/>
            </a:xfrm>
          </p:grpSpPr>
          <p:sp>
            <p:nvSpPr>
              <p:cNvPr id="3472" name="Google Shape;3472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3" name="Google Shape;3473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74" name="Google Shape;3474;p18"/>
            <p:cNvGrpSpPr/>
            <p:nvPr/>
          </p:nvGrpSpPr>
          <p:grpSpPr>
            <a:xfrm>
              <a:off x="1180628" y="3327097"/>
              <a:ext cx="147414" cy="147414"/>
              <a:chOff x="0" y="0"/>
              <a:chExt cx="812800" cy="812800"/>
            </a:xfrm>
          </p:grpSpPr>
          <p:sp>
            <p:nvSpPr>
              <p:cNvPr id="3475" name="Google Shape;3475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6" name="Google Shape;3476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77" name="Google Shape;3477;p18"/>
            <p:cNvGrpSpPr/>
            <p:nvPr/>
          </p:nvGrpSpPr>
          <p:grpSpPr>
            <a:xfrm>
              <a:off x="944503" y="3327097"/>
              <a:ext cx="147414" cy="147414"/>
              <a:chOff x="0" y="0"/>
              <a:chExt cx="812800" cy="812800"/>
            </a:xfrm>
          </p:grpSpPr>
          <p:sp>
            <p:nvSpPr>
              <p:cNvPr id="3478" name="Google Shape;3478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9" name="Google Shape;3479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80" name="Google Shape;3480;p18"/>
            <p:cNvGrpSpPr/>
            <p:nvPr/>
          </p:nvGrpSpPr>
          <p:grpSpPr>
            <a:xfrm>
              <a:off x="944503" y="3568607"/>
              <a:ext cx="147414" cy="147414"/>
              <a:chOff x="0" y="0"/>
              <a:chExt cx="812800" cy="812800"/>
            </a:xfrm>
          </p:grpSpPr>
          <p:sp>
            <p:nvSpPr>
              <p:cNvPr id="3481" name="Google Shape;3481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2" name="Google Shape;3482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83" name="Google Shape;3483;p18"/>
            <p:cNvGrpSpPr/>
            <p:nvPr/>
          </p:nvGrpSpPr>
          <p:grpSpPr>
            <a:xfrm>
              <a:off x="1180628" y="3568607"/>
              <a:ext cx="147414" cy="147414"/>
              <a:chOff x="0" y="0"/>
              <a:chExt cx="812800" cy="812800"/>
            </a:xfrm>
          </p:grpSpPr>
          <p:sp>
            <p:nvSpPr>
              <p:cNvPr id="3484" name="Google Shape;3484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5" name="Google Shape;3485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86" name="Google Shape;3486;p18"/>
            <p:cNvGrpSpPr/>
            <p:nvPr/>
          </p:nvGrpSpPr>
          <p:grpSpPr>
            <a:xfrm>
              <a:off x="1180628" y="3810117"/>
              <a:ext cx="147414" cy="147414"/>
              <a:chOff x="0" y="0"/>
              <a:chExt cx="812800" cy="812800"/>
            </a:xfrm>
          </p:grpSpPr>
          <p:sp>
            <p:nvSpPr>
              <p:cNvPr id="3487" name="Google Shape;3487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8" name="Google Shape;3488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89" name="Google Shape;3489;p18"/>
            <p:cNvGrpSpPr/>
            <p:nvPr/>
          </p:nvGrpSpPr>
          <p:grpSpPr>
            <a:xfrm>
              <a:off x="944503" y="3810117"/>
              <a:ext cx="147414" cy="147414"/>
              <a:chOff x="0" y="0"/>
              <a:chExt cx="812800" cy="812800"/>
            </a:xfrm>
          </p:grpSpPr>
          <p:sp>
            <p:nvSpPr>
              <p:cNvPr id="3490" name="Google Shape;3490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1" name="Google Shape;3491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92" name="Google Shape;3492;p18"/>
            <p:cNvGrpSpPr/>
            <p:nvPr/>
          </p:nvGrpSpPr>
          <p:grpSpPr>
            <a:xfrm>
              <a:off x="944503" y="4051626"/>
              <a:ext cx="147414" cy="147414"/>
              <a:chOff x="0" y="0"/>
              <a:chExt cx="812800" cy="812800"/>
            </a:xfrm>
          </p:grpSpPr>
          <p:sp>
            <p:nvSpPr>
              <p:cNvPr id="3493" name="Google Shape;3493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4" name="Google Shape;3494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95" name="Google Shape;3495;p18"/>
            <p:cNvGrpSpPr/>
            <p:nvPr/>
          </p:nvGrpSpPr>
          <p:grpSpPr>
            <a:xfrm>
              <a:off x="1180628" y="4051626"/>
              <a:ext cx="147414" cy="147414"/>
              <a:chOff x="0" y="0"/>
              <a:chExt cx="812800" cy="812800"/>
            </a:xfrm>
          </p:grpSpPr>
          <p:sp>
            <p:nvSpPr>
              <p:cNvPr id="3496" name="Google Shape;3496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7" name="Google Shape;3497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498" name="Google Shape;3498;p18"/>
            <p:cNvGrpSpPr/>
            <p:nvPr/>
          </p:nvGrpSpPr>
          <p:grpSpPr>
            <a:xfrm>
              <a:off x="1180628" y="4293136"/>
              <a:ext cx="147414" cy="147414"/>
              <a:chOff x="0" y="0"/>
              <a:chExt cx="812800" cy="812800"/>
            </a:xfrm>
          </p:grpSpPr>
          <p:sp>
            <p:nvSpPr>
              <p:cNvPr id="3499" name="Google Shape;3499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0" name="Google Shape;3500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01" name="Google Shape;3501;p18"/>
            <p:cNvGrpSpPr/>
            <p:nvPr/>
          </p:nvGrpSpPr>
          <p:grpSpPr>
            <a:xfrm>
              <a:off x="944503" y="4293136"/>
              <a:ext cx="147414" cy="147414"/>
              <a:chOff x="0" y="0"/>
              <a:chExt cx="812800" cy="812800"/>
            </a:xfrm>
          </p:grpSpPr>
          <p:sp>
            <p:nvSpPr>
              <p:cNvPr id="3502" name="Google Shape;3502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3" name="Google Shape;3503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04" name="Google Shape;3504;p18"/>
            <p:cNvGrpSpPr/>
            <p:nvPr/>
          </p:nvGrpSpPr>
          <p:grpSpPr>
            <a:xfrm>
              <a:off x="944503" y="4534645"/>
              <a:ext cx="147414" cy="147414"/>
              <a:chOff x="0" y="0"/>
              <a:chExt cx="812800" cy="812800"/>
            </a:xfrm>
          </p:grpSpPr>
          <p:sp>
            <p:nvSpPr>
              <p:cNvPr id="3505" name="Google Shape;3505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6" name="Google Shape;3506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07" name="Google Shape;3507;p18"/>
            <p:cNvGrpSpPr/>
            <p:nvPr/>
          </p:nvGrpSpPr>
          <p:grpSpPr>
            <a:xfrm>
              <a:off x="1180628" y="4534645"/>
              <a:ext cx="147414" cy="147414"/>
              <a:chOff x="0" y="0"/>
              <a:chExt cx="812800" cy="812800"/>
            </a:xfrm>
          </p:grpSpPr>
          <p:sp>
            <p:nvSpPr>
              <p:cNvPr id="3508" name="Google Shape;3508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9" name="Google Shape;3509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10" name="Google Shape;3510;p18"/>
            <p:cNvGrpSpPr/>
            <p:nvPr/>
          </p:nvGrpSpPr>
          <p:grpSpPr>
            <a:xfrm>
              <a:off x="708377" y="670492"/>
              <a:ext cx="147414" cy="147414"/>
              <a:chOff x="0" y="0"/>
              <a:chExt cx="812800" cy="812800"/>
            </a:xfrm>
          </p:grpSpPr>
          <p:sp>
            <p:nvSpPr>
              <p:cNvPr id="3511" name="Google Shape;3511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2" name="Google Shape;3512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13" name="Google Shape;3513;p18"/>
            <p:cNvGrpSpPr/>
            <p:nvPr/>
          </p:nvGrpSpPr>
          <p:grpSpPr>
            <a:xfrm>
              <a:off x="708377" y="912001"/>
              <a:ext cx="147414" cy="147414"/>
              <a:chOff x="0" y="0"/>
              <a:chExt cx="812800" cy="812800"/>
            </a:xfrm>
          </p:grpSpPr>
          <p:sp>
            <p:nvSpPr>
              <p:cNvPr id="3514" name="Google Shape;3514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5" name="Google Shape;3515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16" name="Google Shape;3516;p18"/>
            <p:cNvGrpSpPr/>
            <p:nvPr/>
          </p:nvGrpSpPr>
          <p:grpSpPr>
            <a:xfrm>
              <a:off x="708377" y="1153511"/>
              <a:ext cx="147414" cy="147414"/>
              <a:chOff x="0" y="0"/>
              <a:chExt cx="812800" cy="812800"/>
            </a:xfrm>
          </p:grpSpPr>
          <p:sp>
            <p:nvSpPr>
              <p:cNvPr id="3517" name="Google Shape;3517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8" name="Google Shape;3518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19" name="Google Shape;3519;p18"/>
            <p:cNvGrpSpPr/>
            <p:nvPr/>
          </p:nvGrpSpPr>
          <p:grpSpPr>
            <a:xfrm>
              <a:off x="708377" y="1395021"/>
              <a:ext cx="147414" cy="147414"/>
              <a:chOff x="0" y="0"/>
              <a:chExt cx="812800" cy="812800"/>
            </a:xfrm>
          </p:grpSpPr>
          <p:sp>
            <p:nvSpPr>
              <p:cNvPr id="3520" name="Google Shape;3520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1" name="Google Shape;3521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22" name="Google Shape;3522;p18"/>
            <p:cNvGrpSpPr/>
            <p:nvPr/>
          </p:nvGrpSpPr>
          <p:grpSpPr>
            <a:xfrm>
              <a:off x="708377" y="1636530"/>
              <a:ext cx="147414" cy="147414"/>
              <a:chOff x="0" y="0"/>
              <a:chExt cx="812800" cy="812800"/>
            </a:xfrm>
          </p:grpSpPr>
          <p:sp>
            <p:nvSpPr>
              <p:cNvPr id="3523" name="Google Shape;3523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4" name="Google Shape;3524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25" name="Google Shape;3525;p18"/>
            <p:cNvGrpSpPr/>
            <p:nvPr/>
          </p:nvGrpSpPr>
          <p:grpSpPr>
            <a:xfrm>
              <a:off x="708377" y="1878040"/>
              <a:ext cx="147414" cy="147414"/>
              <a:chOff x="0" y="0"/>
              <a:chExt cx="812800" cy="812800"/>
            </a:xfrm>
          </p:grpSpPr>
          <p:sp>
            <p:nvSpPr>
              <p:cNvPr id="3526" name="Google Shape;3526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7" name="Google Shape;3527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28" name="Google Shape;3528;p18"/>
            <p:cNvGrpSpPr/>
            <p:nvPr/>
          </p:nvGrpSpPr>
          <p:grpSpPr>
            <a:xfrm>
              <a:off x="708377" y="2119549"/>
              <a:ext cx="147414" cy="147414"/>
              <a:chOff x="0" y="0"/>
              <a:chExt cx="812800" cy="812800"/>
            </a:xfrm>
          </p:grpSpPr>
          <p:sp>
            <p:nvSpPr>
              <p:cNvPr id="3529" name="Google Shape;3529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0" name="Google Shape;3530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31" name="Google Shape;3531;p18"/>
            <p:cNvGrpSpPr/>
            <p:nvPr/>
          </p:nvGrpSpPr>
          <p:grpSpPr>
            <a:xfrm>
              <a:off x="708377" y="2361059"/>
              <a:ext cx="147414" cy="147414"/>
              <a:chOff x="0" y="0"/>
              <a:chExt cx="812800" cy="812800"/>
            </a:xfrm>
          </p:grpSpPr>
          <p:sp>
            <p:nvSpPr>
              <p:cNvPr id="3532" name="Google Shape;3532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3" name="Google Shape;3533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34" name="Google Shape;3534;p18"/>
            <p:cNvGrpSpPr/>
            <p:nvPr/>
          </p:nvGrpSpPr>
          <p:grpSpPr>
            <a:xfrm>
              <a:off x="708377" y="2602569"/>
              <a:ext cx="147414" cy="147414"/>
              <a:chOff x="0" y="0"/>
              <a:chExt cx="812800" cy="812800"/>
            </a:xfrm>
          </p:grpSpPr>
          <p:sp>
            <p:nvSpPr>
              <p:cNvPr id="3535" name="Google Shape;3535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6" name="Google Shape;3536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37" name="Google Shape;3537;p18"/>
            <p:cNvGrpSpPr/>
            <p:nvPr/>
          </p:nvGrpSpPr>
          <p:grpSpPr>
            <a:xfrm>
              <a:off x="708377" y="2844078"/>
              <a:ext cx="147414" cy="147414"/>
              <a:chOff x="0" y="0"/>
              <a:chExt cx="812800" cy="812800"/>
            </a:xfrm>
          </p:grpSpPr>
          <p:sp>
            <p:nvSpPr>
              <p:cNvPr id="3538" name="Google Shape;3538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9" name="Google Shape;3539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40" name="Google Shape;3540;p18"/>
            <p:cNvGrpSpPr/>
            <p:nvPr/>
          </p:nvGrpSpPr>
          <p:grpSpPr>
            <a:xfrm>
              <a:off x="708377" y="3085588"/>
              <a:ext cx="147414" cy="147414"/>
              <a:chOff x="0" y="0"/>
              <a:chExt cx="812800" cy="812800"/>
            </a:xfrm>
          </p:grpSpPr>
          <p:sp>
            <p:nvSpPr>
              <p:cNvPr id="3541" name="Google Shape;3541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2" name="Google Shape;3542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43" name="Google Shape;3543;p18"/>
            <p:cNvGrpSpPr/>
            <p:nvPr/>
          </p:nvGrpSpPr>
          <p:grpSpPr>
            <a:xfrm>
              <a:off x="708377" y="3327097"/>
              <a:ext cx="147414" cy="147414"/>
              <a:chOff x="0" y="0"/>
              <a:chExt cx="812800" cy="812800"/>
            </a:xfrm>
          </p:grpSpPr>
          <p:sp>
            <p:nvSpPr>
              <p:cNvPr id="3544" name="Google Shape;3544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5" name="Google Shape;3545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46" name="Google Shape;3546;p18"/>
            <p:cNvGrpSpPr/>
            <p:nvPr/>
          </p:nvGrpSpPr>
          <p:grpSpPr>
            <a:xfrm>
              <a:off x="708377" y="3568607"/>
              <a:ext cx="147414" cy="147414"/>
              <a:chOff x="0" y="0"/>
              <a:chExt cx="812800" cy="812800"/>
            </a:xfrm>
          </p:grpSpPr>
          <p:sp>
            <p:nvSpPr>
              <p:cNvPr id="3547" name="Google Shape;3547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8" name="Google Shape;3548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49" name="Google Shape;3549;p18"/>
            <p:cNvGrpSpPr/>
            <p:nvPr/>
          </p:nvGrpSpPr>
          <p:grpSpPr>
            <a:xfrm>
              <a:off x="708377" y="3810117"/>
              <a:ext cx="147414" cy="147414"/>
              <a:chOff x="0" y="0"/>
              <a:chExt cx="812800" cy="812800"/>
            </a:xfrm>
          </p:grpSpPr>
          <p:sp>
            <p:nvSpPr>
              <p:cNvPr id="3550" name="Google Shape;3550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1" name="Google Shape;3551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52" name="Google Shape;3552;p18"/>
            <p:cNvGrpSpPr/>
            <p:nvPr/>
          </p:nvGrpSpPr>
          <p:grpSpPr>
            <a:xfrm>
              <a:off x="708377" y="4051626"/>
              <a:ext cx="147414" cy="147414"/>
              <a:chOff x="0" y="0"/>
              <a:chExt cx="812800" cy="812800"/>
            </a:xfrm>
          </p:grpSpPr>
          <p:sp>
            <p:nvSpPr>
              <p:cNvPr id="3553" name="Google Shape;3553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4" name="Google Shape;3554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55" name="Google Shape;3555;p18"/>
            <p:cNvGrpSpPr/>
            <p:nvPr/>
          </p:nvGrpSpPr>
          <p:grpSpPr>
            <a:xfrm>
              <a:off x="708377" y="4293136"/>
              <a:ext cx="147414" cy="147414"/>
              <a:chOff x="0" y="0"/>
              <a:chExt cx="812800" cy="812800"/>
            </a:xfrm>
          </p:grpSpPr>
          <p:sp>
            <p:nvSpPr>
              <p:cNvPr id="3556" name="Google Shape;3556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7" name="Google Shape;3557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58" name="Google Shape;3558;p18"/>
            <p:cNvGrpSpPr/>
            <p:nvPr/>
          </p:nvGrpSpPr>
          <p:grpSpPr>
            <a:xfrm>
              <a:off x="708377" y="4534645"/>
              <a:ext cx="147414" cy="147414"/>
              <a:chOff x="0" y="0"/>
              <a:chExt cx="812800" cy="812800"/>
            </a:xfrm>
          </p:grpSpPr>
          <p:sp>
            <p:nvSpPr>
              <p:cNvPr id="3559" name="Google Shape;3559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0" name="Google Shape;3560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61" name="Google Shape;3561;p18"/>
            <p:cNvGrpSpPr/>
            <p:nvPr/>
          </p:nvGrpSpPr>
          <p:grpSpPr>
            <a:xfrm>
              <a:off x="472251" y="670492"/>
              <a:ext cx="147414" cy="147414"/>
              <a:chOff x="0" y="0"/>
              <a:chExt cx="812800" cy="812800"/>
            </a:xfrm>
          </p:grpSpPr>
          <p:sp>
            <p:nvSpPr>
              <p:cNvPr id="3562" name="Google Shape;3562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3" name="Google Shape;3563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64" name="Google Shape;3564;p18"/>
            <p:cNvGrpSpPr/>
            <p:nvPr/>
          </p:nvGrpSpPr>
          <p:grpSpPr>
            <a:xfrm>
              <a:off x="472251" y="912001"/>
              <a:ext cx="147414" cy="147414"/>
              <a:chOff x="0" y="0"/>
              <a:chExt cx="812800" cy="812800"/>
            </a:xfrm>
          </p:grpSpPr>
          <p:sp>
            <p:nvSpPr>
              <p:cNvPr id="3565" name="Google Shape;3565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6" name="Google Shape;3566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67" name="Google Shape;3567;p18"/>
            <p:cNvGrpSpPr/>
            <p:nvPr/>
          </p:nvGrpSpPr>
          <p:grpSpPr>
            <a:xfrm>
              <a:off x="472251" y="1153511"/>
              <a:ext cx="147414" cy="147414"/>
              <a:chOff x="0" y="0"/>
              <a:chExt cx="812800" cy="812800"/>
            </a:xfrm>
          </p:grpSpPr>
          <p:sp>
            <p:nvSpPr>
              <p:cNvPr id="3568" name="Google Shape;3568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9" name="Google Shape;3569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70" name="Google Shape;3570;p18"/>
            <p:cNvGrpSpPr/>
            <p:nvPr/>
          </p:nvGrpSpPr>
          <p:grpSpPr>
            <a:xfrm>
              <a:off x="472251" y="1395021"/>
              <a:ext cx="147414" cy="147414"/>
              <a:chOff x="0" y="0"/>
              <a:chExt cx="812800" cy="812800"/>
            </a:xfrm>
          </p:grpSpPr>
          <p:sp>
            <p:nvSpPr>
              <p:cNvPr id="3571" name="Google Shape;3571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2" name="Google Shape;3572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73" name="Google Shape;3573;p18"/>
            <p:cNvGrpSpPr/>
            <p:nvPr/>
          </p:nvGrpSpPr>
          <p:grpSpPr>
            <a:xfrm>
              <a:off x="472251" y="1636530"/>
              <a:ext cx="147414" cy="147414"/>
              <a:chOff x="0" y="0"/>
              <a:chExt cx="812800" cy="812800"/>
            </a:xfrm>
          </p:grpSpPr>
          <p:sp>
            <p:nvSpPr>
              <p:cNvPr id="3574" name="Google Shape;3574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5" name="Google Shape;3575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76" name="Google Shape;3576;p18"/>
            <p:cNvGrpSpPr/>
            <p:nvPr/>
          </p:nvGrpSpPr>
          <p:grpSpPr>
            <a:xfrm>
              <a:off x="472251" y="1878040"/>
              <a:ext cx="147414" cy="147414"/>
              <a:chOff x="0" y="0"/>
              <a:chExt cx="812800" cy="812800"/>
            </a:xfrm>
          </p:grpSpPr>
          <p:sp>
            <p:nvSpPr>
              <p:cNvPr id="3577" name="Google Shape;3577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8" name="Google Shape;3578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79" name="Google Shape;3579;p18"/>
            <p:cNvGrpSpPr/>
            <p:nvPr/>
          </p:nvGrpSpPr>
          <p:grpSpPr>
            <a:xfrm>
              <a:off x="472251" y="2119549"/>
              <a:ext cx="147414" cy="147414"/>
              <a:chOff x="0" y="0"/>
              <a:chExt cx="812800" cy="812800"/>
            </a:xfrm>
          </p:grpSpPr>
          <p:sp>
            <p:nvSpPr>
              <p:cNvPr id="3580" name="Google Shape;3580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1" name="Google Shape;3581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82" name="Google Shape;3582;p18"/>
            <p:cNvGrpSpPr/>
            <p:nvPr/>
          </p:nvGrpSpPr>
          <p:grpSpPr>
            <a:xfrm>
              <a:off x="472251" y="2361059"/>
              <a:ext cx="147414" cy="147414"/>
              <a:chOff x="0" y="0"/>
              <a:chExt cx="812800" cy="812800"/>
            </a:xfrm>
          </p:grpSpPr>
          <p:sp>
            <p:nvSpPr>
              <p:cNvPr id="3583" name="Google Shape;3583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4" name="Google Shape;3584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85" name="Google Shape;3585;p18"/>
            <p:cNvGrpSpPr/>
            <p:nvPr/>
          </p:nvGrpSpPr>
          <p:grpSpPr>
            <a:xfrm>
              <a:off x="472251" y="2602569"/>
              <a:ext cx="147414" cy="147414"/>
              <a:chOff x="0" y="0"/>
              <a:chExt cx="812800" cy="812800"/>
            </a:xfrm>
          </p:grpSpPr>
          <p:sp>
            <p:nvSpPr>
              <p:cNvPr id="3586" name="Google Shape;3586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7" name="Google Shape;3587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88" name="Google Shape;3588;p18"/>
            <p:cNvGrpSpPr/>
            <p:nvPr/>
          </p:nvGrpSpPr>
          <p:grpSpPr>
            <a:xfrm>
              <a:off x="472251" y="2844078"/>
              <a:ext cx="147414" cy="147414"/>
              <a:chOff x="0" y="0"/>
              <a:chExt cx="812800" cy="812800"/>
            </a:xfrm>
          </p:grpSpPr>
          <p:sp>
            <p:nvSpPr>
              <p:cNvPr id="3589" name="Google Shape;3589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0" name="Google Shape;3590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91" name="Google Shape;3591;p18"/>
            <p:cNvGrpSpPr/>
            <p:nvPr/>
          </p:nvGrpSpPr>
          <p:grpSpPr>
            <a:xfrm>
              <a:off x="472251" y="3085588"/>
              <a:ext cx="147414" cy="147414"/>
              <a:chOff x="0" y="0"/>
              <a:chExt cx="812800" cy="812800"/>
            </a:xfrm>
          </p:grpSpPr>
          <p:sp>
            <p:nvSpPr>
              <p:cNvPr id="3592" name="Google Shape;3592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3" name="Google Shape;3593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94" name="Google Shape;3594;p18"/>
            <p:cNvGrpSpPr/>
            <p:nvPr/>
          </p:nvGrpSpPr>
          <p:grpSpPr>
            <a:xfrm>
              <a:off x="472251" y="3327097"/>
              <a:ext cx="147414" cy="147414"/>
              <a:chOff x="0" y="0"/>
              <a:chExt cx="812800" cy="812800"/>
            </a:xfrm>
          </p:grpSpPr>
          <p:sp>
            <p:nvSpPr>
              <p:cNvPr id="3595" name="Google Shape;3595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6" name="Google Shape;3596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597" name="Google Shape;3597;p18"/>
            <p:cNvGrpSpPr/>
            <p:nvPr/>
          </p:nvGrpSpPr>
          <p:grpSpPr>
            <a:xfrm>
              <a:off x="472251" y="3568607"/>
              <a:ext cx="147414" cy="147414"/>
              <a:chOff x="0" y="0"/>
              <a:chExt cx="812800" cy="812800"/>
            </a:xfrm>
          </p:grpSpPr>
          <p:sp>
            <p:nvSpPr>
              <p:cNvPr id="3598" name="Google Shape;3598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9" name="Google Shape;3599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00" name="Google Shape;3600;p18"/>
            <p:cNvGrpSpPr/>
            <p:nvPr/>
          </p:nvGrpSpPr>
          <p:grpSpPr>
            <a:xfrm>
              <a:off x="472251" y="3810117"/>
              <a:ext cx="147414" cy="147414"/>
              <a:chOff x="0" y="0"/>
              <a:chExt cx="812800" cy="812800"/>
            </a:xfrm>
          </p:grpSpPr>
          <p:sp>
            <p:nvSpPr>
              <p:cNvPr id="3601" name="Google Shape;3601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2" name="Google Shape;3602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03" name="Google Shape;3603;p18"/>
            <p:cNvGrpSpPr/>
            <p:nvPr/>
          </p:nvGrpSpPr>
          <p:grpSpPr>
            <a:xfrm>
              <a:off x="472251" y="4051626"/>
              <a:ext cx="147414" cy="147414"/>
              <a:chOff x="0" y="0"/>
              <a:chExt cx="812800" cy="812800"/>
            </a:xfrm>
          </p:grpSpPr>
          <p:sp>
            <p:nvSpPr>
              <p:cNvPr id="3604" name="Google Shape;3604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5" name="Google Shape;3605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06" name="Google Shape;3606;p18"/>
            <p:cNvGrpSpPr/>
            <p:nvPr/>
          </p:nvGrpSpPr>
          <p:grpSpPr>
            <a:xfrm>
              <a:off x="472251" y="4293136"/>
              <a:ext cx="147414" cy="147414"/>
              <a:chOff x="0" y="0"/>
              <a:chExt cx="812800" cy="812800"/>
            </a:xfrm>
          </p:grpSpPr>
          <p:sp>
            <p:nvSpPr>
              <p:cNvPr id="3607" name="Google Shape;3607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8" name="Google Shape;3608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09" name="Google Shape;3609;p18"/>
            <p:cNvGrpSpPr/>
            <p:nvPr/>
          </p:nvGrpSpPr>
          <p:grpSpPr>
            <a:xfrm>
              <a:off x="472251" y="4534645"/>
              <a:ext cx="147414" cy="147414"/>
              <a:chOff x="0" y="0"/>
              <a:chExt cx="812800" cy="812800"/>
            </a:xfrm>
          </p:grpSpPr>
          <p:sp>
            <p:nvSpPr>
              <p:cNvPr id="3610" name="Google Shape;3610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1" name="Google Shape;3611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12" name="Google Shape;3612;p18"/>
            <p:cNvGrpSpPr/>
            <p:nvPr/>
          </p:nvGrpSpPr>
          <p:grpSpPr>
            <a:xfrm>
              <a:off x="236126" y="912001"/>
              <a:ext cx="147414" cy="147414"/>
              <a:chOff x="0" y="0"/>
              <a:chExt cx="812800" cy="812800"/>
            </a:xfrm>
          </p:grpSpPr>
          <p:sp>
            <p:nvSpPr>
              <p:cNvPr id="3613" name="Google Shape;3613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4" name="Google Shape;3614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15" name="Google Shape;3615;p18"/>
            <p:cNvGrpSpPr/>
            <p:nvPr/>
          </p:nvGrpSpPr>
          <p:grpSpPr>
            <a:xfrm>
              <a:off x="236126" y="1153511"/>
              <a:ext cx="147414" cy="147414"/>
              <a:chOff x="0" y="0"/>
              <a:chExt cx="812800" cy="812800"/>
            </a:xfrm>
          </p:grpSpPr>
          <p:sp>
            <p:nvSpPr>
              <p:cNvPr id="3616" name="Google Shape;3616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7" name="Google Shape;3617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18" name="Google Shape;3618;p18"/>
            <p:cNvGrpSpPr/>
            <p:nvPr/>
          </p:nvGrpSpPr>
          <p:grpSpPr>
            <a:xfrm>
              <a:off x="236126" y="1395021"/>
              <a:ext cx="147414" cy="147414"/>
              <a:chOff x="0" y="0"/>
              <a:chExt cx="812800" cy="812800"/>
            </a:xfrm>
          </p:grpSpPr>
          <p:sp>
            <p:nvSpPr>
              <p:cNvPr id="3619" name="Google Shape;3619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0" name="Google Shape;3620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21" name="Google Shape;3621;p18"/>
            <p:cNvGrpSpPr/>
            <p:nvPr/>
          </p:nvGrpSpPr>
          <p:grpSpPr>
            <a:xfrm>
              <a:off x="236126" y="1636530"/>
              <a:ext cx="147414" cy="147414"/>
              <a:chOff x="0" y="0"/>
              <a:chExt cx="812800" cy="812800"/>
            </a:xfrm>
          </p:grpSpPr>
          <p:sp>
            <p:nvSpPr>
              <p:cNvPr id="3622" name="Google Shape;3622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3" name="Google Shape;3623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24" name="Google Shape;3624;p18"/>
            <p:cNvGrpSpPr/>
            <p:nvPr/>
          </p:nvGrpSpPr>
          <p:grpSpPr>
            <a:xfrm>
              <a:off x="236126" y="1878040"/>
              <a:ext cx="147414" cy="147414"/>
              <a:chOff x="0" y="0"/>
              <a:chExt cx="812800" cy="812800"/>
            </a:xfrm>
          </p:grpSpPr>
          <p:sp>
            <p:nvSpPr>
              <p:cNvPr id="3625" name="Google Shape;3625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6" name="Google Shape;3626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27" name="Google Shape;3627;p18"/>
            <p:cNvGrpSpPr/>
            <p:nvPr/>
          </p:nvGrpSpPr>
          <p:grpSpPr>
            <a:xfrm>
              <a:off x="236126" y="2119549"/>
              <a:ext cx="147414" cy="147414"/>
              <a:chOff x="0" y="0"/>
              <a:chExt cx="812800" cy="812800"/>
            </a:xfrm>
          </p:grpSpPr>
          <p:sp>
            <p:nvSpPr>
              <p:cNvPr id="3628" name="Google Shape;3628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9" name="Google Shape;3629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30" name="Google Shape;3630;p18"/>
            <p:cNvGrpSpPr/>
            <p:nvPr/>
          </p:nvGrpSpPr>
          <p:grpSpPr>
            <a:xfrm>
              <a:off x="236126" y="2361059"/>
              <a:ext cx="147414" cy="147414"/>
              <a:chOff x="0" y="0"/>
              <a:chExt cx="812800" cy="812800"/>
            </a:xfrm>
          </p:grpSpPr>
          <p:sp>
            <p:nvSpPr>
              <p:cNvPr id="3631" name="Google Shape;3631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2" name="Google Shape;3632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33" name="Google Shape;3633;p18"/>
            <p:cNvGrpSpPr/>
            <p:nvPr/>
          </p:nvGrpSpPr>
          <p:grpSpPr>
            <a:xfrm>
              <a:off x="236126" y="2602569"/>
              <a:ext cx="147414" cy="147414"/>
              <a:chOff x="0" y="0"/>
              <a:chExt cx="812800" cy="812800"/>
            </a:xfrm>
          </p:grpSpPr>
          <p:sp>
            <p:nvSpPr>
              <p:cNvPr id="3634" name="Google Shape;3634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5" name="Google Shape;3635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36" name="Google Shape;3636;p18"/>
            <p:cNvGrpSpPr/>
            <p:nvPr/>
          </p:nvGrpSpPr>
          <p:grpSpPr>
            <a:xfrm>
              <a:off x="236126" y="2844078"/>
              <a:ext cx="147414" cy="147414"/>
              <a:chOff x="0" y="0"/>
              <a:chExt cx="812800" cy="812800"/>
            </a:xfrm>
          </p:grpSpPr>
          <p:sp>
            <p:nvSpPr>
              <p:cNvPr id="3637" name="Google Shape;3637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8" name="Google Shape;3638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39" name="Google Shape;3639;p18"/>
            <p:cNvGrpSpPr/>
            <p:nvPr/>
          </p:nvGrpSpPr>
          <p:grpSpPr>
            <a:xfrm>
              <a:off x="236126" y="3085588"/>
              <a:ext cx="147414" cy="147414"/>
              <a:chOff x="0" y="0"/>
              <a:chExt cx="812800" cy="812800"/>
            </a:xfrm>
          </p:grpSpPr>
          <p:sp>
            <p:nvSpPr>
              <p:cNvPr id="3640" name="Google Shape;3640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1" name="Google Shape;3641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42" name="Google Shape;3642;p18"/>
            <p:cNvGrpSpPr/>
            <p:nvPr/>
          </p:nvGrpSpPr>
          <p:grpSpPr>
            <a:xfrm>
              <a:off x="236126" y="3327097"/>
              <a:ext cx="147414" cy="147414"/>
              <a:chOff x="0" y="0"/>
              <a:chExt cx="812800" cy="812800"/>
            </a:xfrm>
          </p:grpSpPr>
          <p:sp>
            <p:nvSpPr>
              <p:cNvPr id="3643" name="Google Shape;3643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4" name="Google Shape;3644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45" name="Google Shape;3645;p18"/>
            <p:cNvGrpSpPr/>
            <p:nvPr/>
          </p:nvGrpSpPr>
          <p:grpSpPr>
            <a:xfrm>
              <a:off x="236126" y="3568607"/>
              <a:ext cx="147414" cy="147414"/>
              <a:chOff x="0" y="0"/>
              <a:chExt cx="812800" cy="812800"/>
            </a:xfrm>
          </p:grpSpPr>
          <p:sp>
            <p:nvSpPr>
              <p:cNvPr id="3646" name="Google Shape;3646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7" name="Google Shape;3647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48" name="Google Shape;3648;p18"/>
            <p:cNvGrpSpPr/>
            <p:nvPr/>
          </p:nvGrpSpPr>
          <p:grpSpPr>
            <a:xfrm>
              <a:off x="236126" y="3810117"/>
              <a:ext cx="147414" cy="147414"/>
              <a:chOff x="0" y="0"/>
              <a:chExt cx="812800" cy="812800"/>
            </a:xfrm>
          </p:grpSpPr>
          <p:sp>
            <p:nvSpPr>
              <p:cNvPr id="3649" name="Google Shape;3649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0" name="Google Shape;3650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51" name="Google Shape;3651;p18"/>
            <p:cNvGrpSpPr/>
            <p:nvPr/>
          </p:nvGrpSpPr>
          <p:grpSpPr>
            <a:xfrm>
              <a:off x="236126" y="4051626"/>
              <a:ext cx="147414" cy="147414"/>
              <a:chOff x="0" y="0"/>
              <a:chExt cx="812800" cy="812800"/>
            </a:xfrm>
          </p:grpSpPr>
          <p:sp>
            <p:nvSpPr>
              <p:cNvPr id="3652" name="Google Shape;3652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3" name="Google Shape;3653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54" name="Google Shape;3654;p18"/>
            <p:cNvGrpSpPr/>
            <p:nvPr/>
          </p:nvGrpSpPr>
          <p:grpSpPr>
            <a:xfrm>
              <a:off x="236126" y="4293136"/>
              <a:ext cx="147414" cy="147414"/>
              <a:chOff x="0" y="0"/>
              <a:chExt cx="812800" cy="812800"/>
            </a:xfrm>
          </p:grpSpPr>
          <p:sp>
            <p:nvSpPr>
              <p:cNvPr id="3655" name="Google Shape;3655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6" name="Google Shape;3656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57" name="Google Shape;3657;p18"/>
            <p:cNvGrpSpPr/>
            <p:nvPr/>
          </p:nvGrpSpPr>
          <p:grpSpPr>
            <a:xfrm>
              <a:off x="236126" y="4534645"/>
              <a:ext cx="147414" cy="147414"/>
              <a:chOff x="0" y="0"/>
              <a:chExt cx="812800" cy="812800"/>
            </a:xfrm>
          </p:grpSpPr>
          <p:sp>
            <p:nvSpPr>
              <p:cNvPr id="3658" name="Google Shape;3658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9" name="Google Shape;3659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60" name="Google Shape;3660;p18"/>
            <p:cNvGrpSpPr/>
            <p:nvPr/>
          </p:nvGrpSpPr>
          <p:grpSpPr>
            <a:xfrm>
              <a:off x="0" y="1153511"/>
              <a:ext cx="147414" cy="147414"/>
              <a:chOff x="0" y="0"/>
              <a:chExt cx="812800" cy="812800"/>
            </a:xfrm>
          </p:grpSpPr>
          <p:sp>
            <p:nvSpPr>
              <p:cNvPr id="3661" name="Google Shape;3661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2" name="Google Shape;3662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63" name="Google Shape;3663;p18"/>
            <p:cNvGrpSpPr/>
            <p:nvPr/>
          </p:nvGrpSpPr>
          <p:grpSpPr>
            <a:xfrm>
              <a:off x="0" y="1395021"/>
              <a:ext cx="147414" cy="147414"/>
              <a:chOff x="0" y="0"/>
              <a:chExt cx="812800" cy="812800"/>
            </a:xfrm>
          </p:grpSpPr>
          <p:sp>
            <p:nvSpPr>
              <p:cNvPr id="3664" name="Google Shape;3664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5" name="Google Shape;3665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66" name="Google Shape;3666;p18"/>
            <p:cNvGrpSpPr/>
            <p:nvPr/>
          </p:nvGrpSpPr>
          <p:grpSpPr>
            <a:xfrm>
              <a:off x="0" y="1636530"/>
              <a:ext cx="147414" cy="147414"/>
              <a:chOff x="0" y="0"/>
              <a:chExt cx="812800" cy="812800"/>
            </a:xfrm>
          </p:grpSpPr>
          <p:sp>
            <p:nvSpPr>
              <p:cNvPr id="3667" name="Google Shape;3667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8" name="Google Shape;3668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69" name="Google Shape;3669;p18"/>
            <p:cNvGrpSpPr/>
            <p:nvPr/>
          </p:nvGrpSpPr>
          <p:grpSpPr>
            <a:xfrm>
              <a:off x="0" y="1878040"/>
              <a:ext cx="147414" cy="147414"/>
              <a:chOff x="0" y="0"/>
              <a:chExt cx="812800" cy="812800"/>
            </a:xfrm>
          </p:grpSpPr>
          <p:sp>
            <p:nvSpPr>
              <p:cNvPr id="3670" name="Google Shape;3670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1" name="Google Shape;3671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72" name="Google Shape;3672;p18"/>
            <p:cNvGrpSpPr/>
            <p:nvPr/>
          </p:nvGrpSpPr>
          <p:grpSpPr>
            <a:xfrm>
              <a:off x="0" y="2119549"/>
              <a:ext cx="147414" cy="147414"/>
              <a:chOff x="0" y="0"/>
              <a:chExt cx="812800" cy="812800"/>
            </a:xfrm>
          </p:grpSpPr>
          <p:sp>
            <p:nvSpPr>
              <p:cNvPr id="3673" name="Google Shape;3673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4" name="Google Shape;3674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75" name="Google Shape;3675;p18"/>
            <p:cNvGrpSpPr/>
            <p:nvPr/>
          </p:nvGrpSpPr>
          <p:grpSpPr>
            <a:xfrm>
              <a:off x="0" y="2361059"/>
              <a:ext cx="147414" cy="147414"/>
              <a:chOff x="0" y="0"/>
              <a:chExt cx="812800" cy="812800"/>
            </a:xfrm>
          </p:grpSpPr>
          <p:sp>
            <p:nvSpPr>
              <p:cNvPr id="3676" name="Google Shape;3676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7" name="Google Shape;3677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78" name="Google Shape;3678;p18"/>
            <p:cNvGrpSpPr/>
            <p:nvPr/>
          </p:nvGrpSpPr>
          <p:grpSpPr>
            <a:xfrm>
              <a:off x="0" y="2602569"/>
              <a:ext cx="147414" cy="147414"/>
              <a:chOff x="0" y="0"/>
              <a:chExt cx="812800" cy="812800"/>
            </a:xfrm>
          </p:grpSpPr>
          <p:sp>
            <p:nvSpPr>
              <p:cNvPr id="3679" name="Google Shape;3679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0" name="Google Shape;3680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81" name="Google Shape;3681;p18"/>
            <p:cNvGrpSpPr/>
            <p:nvPr/>
          </p:nvGrpSpPr>
          <p:grpSpPr>
            <a:xfrm>
              <a:off x="0" y="2844078"/>
              <a:ext cx="147414" cy="147414"/>
              <a:chOff x="0" y="0"/>
              <a:chExt cx="812800" cy="812800"/>
            </a:xfrm>
          </p:grpSpPr>
          <p:sp>
            <p:nvSpPr>
              <p:cNvPr id="3682" name="Google Shape;3682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3" name="Google Shape;3683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84" name="Google Shape;3684;p18"/>
            <p:cNvGrpSpPr/>
            <p:nvPr/>
          </p:nvGrpSpPr>
          <p:grpSpPr>
            <a:xfrm>
              <a:off x="0" y="3085588"/>
              <a:ext cx="147414" cy="147414"/>
              <a:chOff x="0" y="0"/>
              <a:chExt cx="812800" cy="812800"/>
            </a:xfrm>
          </p:grpSpPr>
          <p:sp>
            <p:nvSpPr>
              <p:cNvPr id="3685" name="Google Shape;3685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6" name="Google Shape;3686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87" name="Google Shape;3687;p18"/>
            <p:cNvGrpSpPr/>
            <p:nvPr/>
          </p:nvGrpSpPr>
          <p:grpSpPr>
            <a:xfrm>
              <a:off x="0" y="3327097"/>
              <a:ext cx="147414" cy="147414"/>
              <a:chOff x="0" y="0"/>
              <a:chExt cx="812800" cy="812800"/>
            </a:xfrm>
          </p:grpSpPr>
          <p:sp>
            <p:nvSpPr>
              <p:cNvPr id="3688" name="Google Shape;3688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9" name="Google Shape;3689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90" name="Google Shape;3690;p18"/>
            <p:cNvGrpSpPr/>
            <p:nvPr/>
          </p:nvGrpSpPr>
          <p:grpSpPr>
            <a:xfrm>
              <a:off x="0" y="3568607"/>
              <a:ext cx="147414" cy="147414"/>
              <a:chOff x="0" y="0"/>
              <a:chExt cx="812800" cy="812800"/>
            </a:xfrm>
          </p:grpSpPr>
          <p:sp>
            <p:nvSpPr>
              <p:cNvPr id="3691" name="Google Shape;3691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2" name="Google Shape;3692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93" name="Google Shape;3693;p18"/>
            <p:cNvGrpSpPr/>
            <p:nvPr/>
          </p:nvGrpSpPr>
          <p:grpSpPr>
            <a:xfrm>
              <a:off x="0" y="3810117"/>
              <a:ext cx="147414" cy="147414"/>
              <a:chOff x="0" y="0"/>
              <a:chExt cx="812800" cy="812800"/>
            </a:xfrm>
          </p:grpSpPr>
          <p:sp>
            <p:nvSpPr>
              <p:cNvPr id="3694" name="Google Shape;3694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5" name="Google Shape;3695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96" name="Google Shape;3696;p18"/>
            <p:cNvGrpSpPr/>
            <p:nvPr/>
          </p:nvGrpSpPr>
          <p:grpSpPr>
            <a:xfrm>
              <a:off x="0" y="4051626"/>
              <a:ext cx="147414" cy="147414"/>
              <a:chOff x="0" y="0"/>
              <a:chExt cx="812800" cy="812800"/>
            </a:xfrm>
          </p:grpSpPr>
          <p:sp>
            <p:nvSpPr>
              <p:cNvPr id="3697" name="Google Shape;3697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8" name="Google Shape;3698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699" name="Google Shape;3699;p18"/>
            <p:cNvGrpSpPr/>
            <p:nvPr/>
          </p:nvGrpSpPr>
          <p:grpSpPr>
            <a:xfrm>
              <a:off x="0" y="4293136"/>
              <a:ext cx="147414" cy="147414"/>
              <a:chOff x="0" y="0"/>
              <a:chExt cx="812800" cy="812800"/>
            </a:xfrm>
          </p:grpSpPr>
          <p:sp>
            <p:nvSpPr>
              <p:cNvPr id="3700" name="Google Shape;3700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1" name="Google Shape;3701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702" name="Google Shape;3702;p18"/>
            <p:cNvGrpSpPr/>
            <p:nvPr/>
          </p:nvGrpSpPr>
          <p:grpSpPr>
            <a:xfrm>
              <a:off x="0" y="4534645"/>
              <a:ext cx="147414" cy="147414"/>
              <a:chOff x="0" y="0"/>
              <a:chExt cx="812800" cy="812800"/>
            </a:xfrm>
          </p:grpSpPr>
          <p:sp>
            <p:nvSpPr>
              <p:cNvPr id="3703" name="Google Shape;3703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4" name="Google Shape;3704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705" name="Google Shape;3705;p18"/>
            <p:cNvGrpSpPr/>
            <p:nvPr/>
          </p:nvGrpSpPr>
          <p:grpSpPr>
            <a:xfrm>
              <a:off x="0" y="912001"/>
              <a:ext cx="147414" cy="147414"/>
              <a:chOff x="0" y="0"/>
              <a:chExt cx="812800" cy="812800"/>
            </a:xfrm>
          </p:grpSpPr>
          <p:sp>
            <p:nvSpPr>
              <p:cNvPr id="3706" name="Google Shape;3706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7" name="Google Shape;3707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708" name="Google Shape;3708;p18"/>
            <p:cNvGrpSpPr/>
            <p:nvPr/>
          </p:nvGrpSpPr>
          <p:grpSpPr>
            <a:xfrm>
              <a:off x="236126" y="670492"/>
              <a:ext cx="147414" cy="147414"/>
              <a:chOff x="0" y="0"/>
              <a:chExt cx="812800" cy="812800"/>
            </a:xfrm>
          </p:grpSpPr>
          <p:sp>
            <p:nvSpPr>
              <p:cNvPr id="3709" name="Google Shape;3709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0" name="Google Shape;3710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711" name="Google Shape;3711;p18"/>
            <p:cNvGrpSpPr/>
            <p:nvPr/>
          </p:nvGrpSpPr>
          <p:grpSpPr>
            <a:xfrm>
              <a:off x="0" y="670492"/>
              <a:ext cx="147414" cy="147414"/>
              <a:chOff x="0" y="0"/>
              <a:chExt cx="812800" cy="812800"/>
            </a:xfrm>
          </p:grpSpPr>
          <p:sp>
            <p:nvSpPr>
              <p:cNvPr id="3712" name="Google Shape;3712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3" name="Google Shape;3713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714" name="Google Shape;3714;p18"/>
            <p:cNvGrpSpPr/>
            <p:nvPr/>
          </p:nvGrpSpPr>
          <p:grpSpPr>
            <a:xfrm>
              <a:off x="236126" y="459927"/>
              <a:ext cx="147414" cy="147414"/>
              <a:chOff x="0" y="0"/>
              <a:chExt cx="812800" cy="812800"/>
            </a:xfrm>
          </p:grpSpPr>
          <p:sp>
            <p:nvSpPr>
              <p:cNvPr id="3715" name="Google Shape;3715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6" name="Google Shape;3716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717" name="Google Shape;3717;p18"/>
            <p:cNvGrpSpPr/>
            <p:nvPr/>
          </p:nvGrpSpPr>
          <p:grpSpPr>
            <a:xfrm>
              <a:off x="0" y="459927"/>
              <a:ext cx="147414" cy="147414"/>
              <a:chOff x="0" y="0"/>
              <a:chExt cx="812800" cy="812800"/>
            </a:xfrm>
          </p:grpSpPr>
          <p:sp>
            <p:nvSpPr>
              <p:cNvPr id="3718" name="Google Shape;3718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9" name="Google Shape;3719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720" name="Google Shape;3720;p18"/>
            <p:cNvGrpSpPr/>
            <p:nvPr/>
          </p:nvGrpSpPr>
          <p:grpSpPr>
            <a:xfrm>
              <a:off x="0" y="223614"/>
              <a:ext cx="147414" cy="147414"/>
              <a:chOff x="0" y="0"/>
              <a:chExt cx="812800" cy="812800"/>
            </a:xfrm>
          </p:grpSpPr>
          <p:sp>
            <p:nvSpPr>
              <p:cNvPr id="3721" name="Google Shape;3721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2" name="Google Shape;3722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723" name="Google Shape;3723;p18"/>
            <p:cNvGrpSpPr/>
            <p:nvPr/>
          </p:nvGrpSpPr>
          <p:grpSpPr>
            <a:xfrm>
              <a:off x="472439" y="459927"/>
              <a:ext cx="147414" cy="147414"/>
              <a:chOff x="0" y="0"/>
              <a:chExt cx="812800" cy="812800"/>
            </a:xfrm>
          </p:grpSpPr>
          <p:sp>
            <p:nvSpPr>
              <p:cNvPr id="3724" name="Google Shape;3724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5" name="Google Shape;3725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726" name="Google Shape;3726;p18"/>
            <p:cNvGrpSpPr/>
            <p:nvPr/>
          </p:nvGrpSpPr>
          <p:grpSpPr>
            <a:xfrm>
              <a:off x="236126" y="223614"/>
              <a:ext cx="147414" cy="147414"/>
              <a:chOff x="0" y="0"/>
              <a:chExt cx="812800" cy="812800"/>
            </a:xfrm>
          </p:grpSpPr>
          <p:sp>
            <p:nvSpPr>
              <p:cNvPr id="3727" name="Google Shape;3727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8" name="Google Shape;3728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729" name="Google Shape;3729;p18"/>
            <p:cNvGrpSpPr/>
            <p:nvPr/>
          </p:nvGrpSpPr>
          <p:grpSpPr>
            <a:xfrm>
              <a:off x="705570" y="459927"/>
              <a:ext cx="147414" cy="147414"/>
              <a:chOff x="0" y="0"/>
              <a:chExt cx="812800" cy="812800"/>
            </a:xfrm>
          </p:grpSpPr>
          <p:sp>
            <p:nvSpPr>
              <p:cNvPr id="3730" name="Google Shape;3730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1" name="Google Shape;3731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732" name="Google Shape;3732;p18"/>
            <p:cNvGrpSpPr/>
            <p:nvPr/>
          </p:nvGrpSpPr>
          <p:grpSpPr>
            <a:xfrm>
              <a:off x="941883" y="459927"/>
              <a:ext cx="147414" cy="147414"/>
              <a:chOff x="0" y="0"/>
              <a:chExt cx="812800" cy="812800"/>
            </a:xfrm>
          </p:grpSpPr>
          <p:sp>
            <p:nvSpPr>
              <p:cNvPr id="3733" name="Google Shape;3733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4" name="Google Shape;3734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735" name="Google Shape;3735;p18"/>
            <p:cNvGrpSpPr/>
            <p:nvPr/>
          </p:nvGrpSpPr>
          <p:grpSpPr>
            <a:xfrm>
              <a:off x="1178197" y="459927"/>
              <a:ext cx="147414" cy="147414"/>
              <a:chOff x="0" y="0"/>
              <a:chExt cx="812800" cy="812800"/>
            </a:xfrm>
          </p:grpSpPr>
          <p:sp>
            <p:nvSpPr>
              <p:cNvPr id="3736" name="Google Shape;3736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7" name="Google Shape;3737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3738" name="Google Shape;3738;p18"/>
            <p:cNvGrpSpPr/>
            <p:nvPr/>
          </p:nvGrpSpPr>
          <p:grpSpPr>
            <a:xfrm>
              <a:off x="0" y="0"/>
              <a:ext cx="147414" cy="147414"/>
              <a:chOff x="0" y="0"/>
              <a:chExt cx="812800" cy="812800"/>
            </a:xfrm>
          </p:grpSpPr>
          <p:sp>
            <p:nvSpPr>
              <p:cNvPr id="3739" name="Google Shape;3739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0" name="Google Shape;3740;p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3741" name="Google Shape;3741;p18"/>
          <p:cNvGrpSpPr/>
          <p:nvPr/>
        </p:nvGrpSpPr>
        <p:grpSpPr>
          <a:xfrm rot="10800000">
            <a:off x="17626374" y="8612163"/>
            <a:ext cx="110560" cy="110560"/>
            <a:chOff x="0" y="0"/>
            <a:chExt cx="812800" cy="812800"/>
          </a:xfrm>
        </p:grpSpPr>
        <p:sp>
          <p:nvSpPr>
            <p:cNvPr id="3742" name="Google Shape;3742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744" name="Google Shape;3744;p18"/>
          <p:cNvGrpSpPr/>
          <p:nvPr/>
        </p:nvGrpSpPr>
        <p:grpSpPr>
          <a:xfrm rot="10800000">
            <a:off x="17449280" y="8612163"/>
            <a:ext cx="110560" cy="110560"/>
            <a:chOff x="0" y="0"/>
            <a:chExt cx="812800" cy="812800"/>
          </a:xfrm>
        </p:grpSpPr>
        <p:sp>
          <p:nvSpPr>
            <p:cNvPr id="3745" name="Google Shape;3745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747" name="Google Shape;3747;p18"/>
          <p:cNvGrpSpPr/>
          <p:nvPr/>
        </p:nvGrpSpPr>
        <p:grpSpPr>
          <a:xfrm rot="10800000">
            <a:off x="17449280" y="8431031"/>
            <a:ext cx="110560" cy="110560"/>
            <a:chOff x="0" y="0"/>
            <a:chExt cx="812800" cy="812800"/>
          </a:xfrm>
        </p:grpSpPr>
        <p:sp>
          <p:nvSpPr>
            <p:cNvPr id="3748" name="Google Shape;3748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3749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750" name="Google Shape;3750;p18"/>
          <p:cNvGrpSpPr/>
          <p:nvPr/>
        </p:nvGrpSpPr>
        <p:grpSpPr>
          <a:xfrm rot="10800000">
            <a:off x="17626374" y="8431031"/>
            <a:ext cx="110560" cy="110560"/>
            <a:chOff x="0" y="0"/>
            <a:chExt cx="812800" cy="812800"/>
          </a:xfrm>
        </p:grpSpPr>
        <p:sp>
          <p:nvSpPr>
            <p:cNvPr id="3751" name="Google Shape;3751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753" name="Google Shape;3753;p18"/>
          <p:cNvGrpSpPr/>
          <p:nvPr/>
        </p:nvGrpSpPr>
        <p:grpSpPr>
          <a:xfrm rot="10800000">
            <a:off x="17626374" y="8249899"/>
            <a:ext cx="110560" cy="110560"/>
            <a:chOff x="0" y="0"/>
            <a:chExt cx="812800" cy="812800"/>
          </a:xfrm>
        </p:grpSpPr>
        <p:sp>
          <p:nvSpPr>
            <p:cNvPr id="3754" name="Google Shape;3754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3755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756" name="Google Shape;3756;p18"/>
          <p:cNvGrpSpPr/>
          <p:nvPr/>
        </p:nvGrpSpPr>
        <p:grpSpPr>
          <a:xfrm rot="10800000">
            <a:off x="17449280" y="8249899"/>
            <a:ext cx="110560" cy="110560"/>
            <a:chOff x="0" y="0"/>
            <a:chExt cx="812800" cy="812800"/>
          </a:xfrm>
        </p:grpSpPr>
        <p:sp>
          <p:nvSpPr>
            <p:cNvPr id="3757" name="Google Shape;3757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3758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759" name="Google Shape;3759;p18"/>
          <p:cNvGrpSpPr/>
          <p:nvPr/>
        </p:nvGrpSpPr>
        <p:grpSpPr>
          <a:xfrm rot="10800000">
            <a:off x="17449280" y="8068767"/>
            <a:ext cx="110560" cy="110560"/>
            <a:chOff x="0" y="0"/>
            <a:chExt cx="812800" cy="812800"/>
          </a:xfrm>
        </p:grpSpPr>
        <p:sp>
          <p:nvSpPr>
            <p:cNvPr id="3760" name="Google Shape;3760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1" name="Google Shape;3761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762" name="Google Shape;3762;p18"/>
          <p:cNvGrpSpPr/>
          <p:nvPr/>
        </p:nvGrpSpPr>
        <p:grpSpPr>
          <a:xfrm rot="10800000">
            <a:off x="17626374" y="8068767"/>
            <a:ext cx="110560" cy="110560"/>
            <a:chOff x="0" y="0"/>
            <a:chExt cx="812800" cy="812800"/>
          </a:xfrm>
        </p:grpSpPr>
        <p:sp>
          <p:nvSpPr>
            <p:cNvPr id="3763" name="Google Shape;3763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765" name="Google Shape;3765;p18"/>
          <p:cNvGrpSpPr/>
          <p:nvPr/>
        </p:nvGrpSpPr>
        <p:grpSpPr>
          <a:xfrm rot="10800000">
            <a:off x="17626374" y="7887635"/>
            <a:ext cx="110560" cy="110560"/>
            <a:chOff x="0" y="0"/>
            <a:chExt cx="812800" cy="812800"/>
          </a:xfrm>
        </p:grpSpPr>
        <p:sp>
          <p:nvSpPr>
            <p:cNvPr id="3766" name="Google Shape;3766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7" name="Google Shape;3767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768" name="Google Shape;3768;p18"/>
          <p:cNvGrpSpPr/>
          <p:nvPr/>
        </p:nvGrpSpPr>
        <p:grpSpPr>
          <a:xfrm rot="10800000">
            <a:off x="17449280" y="7887635"/>
            <a:ext cx="110560" cy="110560"/>
            <a:chOff x="0" y="0"/>
            <a:chExt cx="812800" cy="812800"/>
          </a:xfrm>
        </p:grpSpPr>
        <p:sp>
          <p:nvSpPr>
            <p:cNvPr id="3769" name="Google Shape;3769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0" name="Google Shape;3770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771" name="Google Shape;3771;p18"/>
          <p:cNvGrpSpPr/>
          <p:nvPr/>
        </p:nvGrpSpPr>
        <p:grpSpPr>
          <a:xfrm rot="10800000">
            <a:off x="17449280" y="7706502"/>
            <a:ext cx="110560" cy="110560"/>
            <a:chOff x="0" y="0"/>
            <a:chExt cx="812800" cy="812800"/>
          </a:xfrm>
        </p:grpSpPr>
        <p:sp>
          <p:nvSpPr>
            <p:cNvPr id="3772" name="Google Shape;3772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3" name="Google Shape;3773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774" name="Google Shape;3774;p18"/>
          <p:cNvGrpSpPr/>
          <p:nvPr/>
        </p:nvGrpSpPr>
        <p:grpSpPr>
          <a:xfrm rot="10800000">
            <a:off x="17626374" y="7706502"/>
            <a:ext cx="110560" cy="110560"/>
            <a:chOff x="0" y="0"/>
            <a:chExt cx="812800" cy="812800"/>
          </a:xfrm>
        </p:grpSpPr>
        <p:sp>
          <p:nvSpPr>
            <p:cNvPr id="3775" name="Google Shape;3775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6" name="Google Shape;3776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777" name="Google Shape;3777;p18"/>
          <p:cNvGrpSpPr/>
          <p:nvPr/>
        </p:nvGrpSpPr>
        <p:grpSpPr>
          <a:xfrm rot="10800000">
            <a:off x="17626374" y="7525370"/>
            <a:ext cx="110560" cy="110560"/>
            <a:chOff x="0" y="0"/>
            <a:chExt cx="812800" cy="812800"/>
          </a:xfrm>
        </p:grpSpPr>
        <p:sp>
          <p:nvSpPr>
            <p:cNvPr id="3778" name="Google Shape;3778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9" name="Google Shape;3779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780" name="Google Shape;3780;p18"/>
          <p:cNvGrpSpPr/>
          <p:nvPr/>
        </p:nvGrpSpPr>
        <p:grpSpPr>
          <a:xfrm rot="10800000">
            <a:off x="17449280" y="7525370"/>
            <a:ext cx="110560" cy="110560"/>
            <a:chOff x="0" y="0"/>
            <a:chExt cx="812800" cy="812800"/>
          </a:xfrm>
        </p:grpSpPr>
        <p:sp>
          <p:nvSpPr>
            <p:cNvPr id="3781" name="Google Shape;3781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2" name="Google Shape;3782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783" name="Google Shape;3783;p18"/>
          <p:cNvGrpSpPr/>
          <p:nvPr/>
        </p:nvGrpSpPr>
        <p:grpSpPr>
          <a:xfrm rot="10800000">
            <a:off x="17449280" y="7344238"/>
            <a:ext cx="110560" cy="110560"/>
            <a:chOff x="0" y="0"/>
            <a:chExt cx="812800" cy="812800"/>
          </a:xfrm>
        </p:grpSpPr>
        <p:sp>
          <p:nvSpPr>
            <p:cNvPr id="3784" name="Google Shape;3784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3785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786" name="Google Shape;3786;p18"/>
          <p:cNvGrpSpPr/>
          <p:nvPr/>
        </p:nvGrpSpPr>
        <p:grpSpPr>
          <a:xfrm rot="10800000">
            <a:off x="17626374" y="7344238"/>
            <a:ext cx="110560" cy="110560"/>
            <a:chOff x="0" y="0"/>
            <a:chExt cx="812800" cy="812800"/>
          </a:xfrm>
        </p:grpSpPr>
        <p:sp>
          <p:nvSpPr>
            <p:cNvPr id="3787" name="Google Shape;3787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788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789" name="Google Shape;3789;p18"/>
          <p:cNvGrpSpPr/>
          <p:nvPr/>
        </p:nvGrpSpPr>
        <p:grpSpPr>
          <a:xfrm rot="10800000">
            <a:off x="17626374" y="7163106"/>
            <a:ext cx="110560" cy="110560"/>
            <a:chOff x="0" y="0"/>
            <a:chExt cx="812800" cy="812800"/>
          </a:xfrm>
        </p:grpSpPr>
        <p:sp>
          <p:nvSpPr>
            <p:cNvPr id="3790" name="Google Shape;3790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791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792" name="Google Shape;3792;p18"/>
          <p:cNvGrpSpPr/>
          <p:nvPr/>
        </p:nvGrpSpPr>
        <p:grpSpPr>
          <a:xfrm rot="10800000">
            <a:off x="17449280" y="7163106"/>
            <a:ext cx="110560" cy="110560"/>
            <a:chOff x="0" y="0"/>
            <a:chExt cx="812800" cy="812800"/>
          </a:xfrm>
        </p:grpSpPr>
        <p:sp>
          <p:nvSpPr>
            <p:cNvPr id="3793" name="Google Shape;3793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3794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795" name="Google Shape;3795;p18"/>
          <p:cNvGrpSpPr/>
          <p:nvPr/>
        </p:nvGrpSpPr>
        <p:grpSpPr>
          <a:xfrm rot="10800000">
            <a:off x="17449280" y="6981974"/>
            <a:ext cx="110560" cy="110560"/>
            <a:chOff x="0" y="0"/>
            <a:chExt cx="812800" cy="812800"/>
          </a:xfrm>
        </p:grpSpPr>
        <p:sp>
          <p:nvSpPr>
            <p:cNvPr id="3796" name="Google Shape;3796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7" name="Google Shape;3797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798" name="Google Shape;3798;p18"/>
          <p:cNvGrpSpPr/>
          <p:nvPr/>
        </p:nvGrpSpPr>
        <p:grpSpPr>
          <a:xfrm rot="10800000">
            <a:off x="17626374" y="6981974"/>
            <a:ext cx="110560" cy="110560"/>
            <a:chOff x="0" y="0"/>
            <a:chExt cx="812800" cy="812800"/>
          </a:xfrm>
        </p:grpSpPr>
        <p:sp>
          <p:nvSpPr>
            <p:cNvPr id="3799" name="Google Shape;3799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800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01" name="Google Shape;3801;p18"/>
          <p:cNvGrpSpPr/>
          <p:nvPr/>
        </p:nvGrpSpPr>
        <p:grpSpPr>
          <a:xfrm rot="10800000">
            <a:off x="17626374" y="6800841"/>
            <a:ext cx="110560" cy="110560"/>
            <a:chOff x="0" y="0"/>
            <a:chExt cx="812800" cy="812800"/>
          </a:xfrm>
        </p:grpSpPr>
        <p:sp>
          <p:nvSpPr>
            <p:cNvPr id="3802" name="Google Shape;3802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3" name="Google Shape;3803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04" name="Google Shape;3804;p18"/>
          <p:cNvGrpSpPr/>
          <p:nvPr/>
        </p:nvGrpSpPr>
        <p:grpSpPr>
          <a:xfrm rot="10800000">
            <a:off x="17449280" y="6800841"/>
            <a:ext cx="110560" cy="110560"/>
            <a:chOff x="0" y="0"/>
            <a:chExt cx="812800" cy="812800"/>
          </a:xfrm>
        </p:grpSpPr>
        <p:sp>
          <p:nvSpPr>
            <p:cNvPr id="3805" name="Google Shape;3805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6" name="Google Shape;3806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07" name="Google Shape;3807;p18"/>
          <p:cNvGrpSpPr/>
          <p:nvPr/>
        </p:nvGrpSpPr>
        <p:grpSpPr>
          <a:xfrm rot="10800000">
            <a:off x="17449280" y="6619709"/>
            <a:ext cx="110560" cy="110560"/>
            <a:chOff x="0" y="0"/>
            <a:chExt cx="812800" cy="812800"/>
          </a:xfrm>
        </p:grpSpPr>
        <p:sp>
          <p:nvSpPr>
            <p:cNvPr id="3808" name="Google Shape;3808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10" name="Google Shape;3810;p18"/>
          <p:cNvGrpSpPr/>
          <p:nvPr/>
        </p:nvGrpSpPr>
        <p:grpSpPr>
          <a:xfrm rot="10800000">
            <a:off x="17626374" y="6619709"/>
            <a:ext cx="110560" cy="110560"/>
            <a:chOff x="0" y="0"/>
            <a:chExt cx="812800" cy="812800"/>
          </a:xfrm>
        </p:grpSpPr>
        <p:sp>
          <p:nvSpPr>
            <p:cNvPr id="3811" name="Google Shape;3811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13" name="Google Shape;3813;p18"/>
          <p:cNvGrpSpPr/>
          <p:nvPr/>
        </p:nvGrpSpPr>
        <p:grpSpPr>
          <a:xfrm rot="10800000">
            <a:off x="17626374" y="6438577"/>
            <a:ext cx="110560" cy="110560"/>
            <a:chOff x="0" y="0"/>
            <a:chExt cx="812800" cy="812800"/>
          </a:xfrm>
        </p:grpSpPr>
        <p:sp>
          <p:nvSpPr>
            <p:cNvPr id="3814" name="Google Shape;3814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16" name="Google Shape;3816;p18"/>
          <p:cNvGrpSpPr/>
          <p:nvPr/>
        </p:nvGrpSpPr>
        <p:grpSpPr>
          <a:xfrm rot="10800000">
            <a:off x="17449280" y="6438577"/>
            <a:ext cx="110560" cy="110560"/>
            <a:chOff x="0" y="0"/>
            <a:chExt cx="812800" cy="812800"/>
          </a:xfrm>
        </p:grpSpPr>
        <p:sp>
          <p:nvSpPr>
            <p:cNvPr id="3817" name="Google Shape;3817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19" name="Google Shape;3819;p18"/>
          <p:cNvGrpSpPr/>
          <p:nvPr/>
        </p:nvGrpSpPr>
        <p:grpSpPr>
          <a:xfrm rot="10800000">
            <a:off x="17449280" y="6257445"/>
            <a:ext cx="110560" cy="110560"/>
            <a:chOff x="0" y="0"/>
            <a:chExt cx="812800" cy="812800"/>
          </a:xfrm>
        </p:grpSpPr>
        <p:sp>
          <p:nvSpPr>
            <p:cNvPr id="3820" name="Google Shape;3820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22" name="Google Shape;3822;p18"/>
          <p:cNvGrpSpPr/>
          <p:nvPr/>
        </p:nvGrpSpPr>
        <p:grpSpPr>
          <a:xfrm rot="10800000">
            <a:off x="17626374" y="6257445"/>
            <a:ext cx="110560" cy="110560"/>
            <a:chOff x="0" y="0"/>
            <a:chExt cx="812800" cy="812800"/>
          </a:xfrm>
        </p:grpSpPr>
        <p:sp>
          <p:nvSpPr>
            <p:cNvPr id="3823" name="Google Shape;3823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25" name="Google Shape;3825;p18"/>
          <p:cNvGrpSpPr/>
          <p:nvPr/>
        </p:nvGrpSpPr>
        <p:grpSpPr>
          <a:xfrm rot="10800000">
            <a:off x="17626374" y="6076312"/>
            <a:ext cx="110560" cy="110560"/>
            <a:chOff x="0" y="0"/>
            <a:chExt cx="812800" cy="812800"/>
          </a:xfrm>
        </p:grpSpPr>
        <p:sp>
          <p:nvSpPr>
            <p:cNvPr id="3826" name="Google Shape;3826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28" name="Google Shape;3828;p18"/>
          <p:cNvGrpSpPr/>
          <p:nvPr/>
        </p:nvGrpSpPr>
        <p:grpSpPr>
          <a:xfrm rot="10800000">
            <a:off x="17449280" y="6076312"/>
            <a:ext cx="110560" cy="110560"/>
            <a:chOff x="0" y="0"/>
            <a:chExt cx="812800" cy="812800"/>
          </a:xfrm>
        </p:grpSpPr>
        <p:sp>
          <p:nvSpPr>
            <p:cNvPr id="3829" name="Google Shape;3829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31" name="Google Shape;3831;p18"/>
          <p:cNvGrpSpPr/>
          <p:nvPr/>
        </p:nvGrpSpPr>
        <p:grpSpPr>
          <a:xfrm rot="10800000">
            <a:off x="17449280" y="5895180"/>
            <a:ext cx="110560" cy="110560"/>
            <a:chOff x="0" y="0"/>
            <a:chExt cx="812800" cy="812800"/>
          </a:xfrm>
        </p:grpSpPr>
        <p:sp>
          <p:nvSpPr>
            <p:cNvPr id="3832" name="Google Shape;3832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3833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34" name="Google Shape;3834;p18"/>
          <p:cNvGrpSpPr/>
          <p:nvPr/>
        </p:nvGrpSpPr>
        <p:grpSpPr>
          <a:xfrm rot="10800000">
            <a:off x="17626374" y="5895180"/>
            <a:ext cx="110560" cy="110560"/>
            <a:chOff x="0" y="0"/>
            <a:chExt cx="812800" cy="812800"/>
          </a:xfrm>
        </p:grpSpPr>
        <p:sp>
          <p:nvSpPr>
            <p:cNvPr id="3835" name="Google Shape;3835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37" name="Google Shape;3837;p18"/>
          <p:cNvGrpSpPr/>
          <p:nvPr/>
        </p:nvGrpSpPr>
        <p:grpSpPr>
          <a:xfrm rot="10800000">
            <a:off x="17626374" y="5714048"/>
            <a:ext cx="110560" cy="110560"/>
            <a:chOff x="0" y="0"/>
            <a:chExt cx="812800" cy="812800"/>
          </a:xfrm>
        </p:grpSpPr>
        <p:sp>
          <p:nvSpPr>
            <p:cNvPr id="3838" name="Google Shape;3838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40" name="Google Shape;3840;p18"/>
          <p:cNvGrpSpPr/>
          <p:nvPr/>
        </p:nvGrpSpPr>
        <p:grpSpPr>
          <a:xfrm rot="10800000">
            <a:off x="17449280" y="5714048"/>
            <a:ext cx="110560" cy="110560"/>
            <a:chOff x="0" y="0"/>
            <a:chExt cx="812800" cy="812800"/>
          </a:xfrm>
        </p:grpSpPr>
        <p:sp>
          <p:nvSpPr>
            <p:cNvPr id="3841" name="Google Shape;3841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43" name="Google Shape;3843;p18"/>
          <p:cNvGrpSpPr/>
          <p:nvPr/>
        </p:nvGrpSpPr>
        <p:grpSpPr>
          <a:xfrm rot="10800000">
            <a:off x="17803468" y="8612163"/>
            <a:ext cx="110560" cy="110560"/>
            <a:chOff x="0" y="0"/>
            <a:chExt cx="812800" cy="812800"/>
          </a:xfrm>
        </p:grpSpPr>
        <p:sp>
          <p:nvSpPr>
            <p:cNvPr id="3844" name="Google Shape;3844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46" name="Google Shape;3846;p18"/>
          <p:cNvGrpSpPr/>
          <p:nvPr/>
        </p:nvGrpSpPr>
        <p:grpSpPr>
          <a:xfrm rot="10800000">
            <a:off x="17803468" y="8431031"/>
            <a:ext cx="110560" cy="110560"/>
            <a:chOff x="0" y="0"/>
            <a:chExt cx="812800" cy="812800"/>
          </a:xfrm>
        </p:grpSpPr>
        <p:sp>
          <p:nvSpPr>
            <p:cNvPr id="3847" name="Google Shape;3847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49" name="Google Shape;3849;p18"/>
          <p:cNvGrpSpPr/>
          <p:nvPr/>
        </p:nvGrpSpPr>
        <p:grpSpPr>
          <a:xfrm rot="10800000">
            <a:off x="17803468" y="8249899"/>
            <a:ext cx="110560" cy="110560"/>
            <a:chOff x="0" y="0"/>
            <a:chExt cx="812800" cy="812800"/>
          </a:xfrm>
        </p:grpSpPr>
        <p:sp>
          <p:nvSpPr>
            <p:cNvPr id="3850" name="Google Shape;3850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52" name="Google Shape;3852;p18"/>
          <p:cNvGrpSpPr/>
          <p:nvPr/>
        </p:nvGrpSpPr>
        <p:grpSpPr>
          <a:xfrm rot="10800000">
            <a:off x="17803468" y="8068767"/>
            <a:ext cx="110560" cy="110560"/>
            <a:chOff x="0" y="0"/>
            <a:chExt cx="812800" cy="812800"/>
          </a:xfrm>
        </p:grpSpPr>
        <p:sp>
          <p:nvSpPr>
            <p:cNvPr id="3853" name="Google Shape;3853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3854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55" name="Google Shape;3855;p18"/>
          <p:cNvGrpSpPr/>
          <p:nvPr/>
        </p:nvGrpSpPr>
        <p:grpSpPr>
          <a:xfrm rot="10800000">
            <a:off x="17803468" y="7887635"/>
            <a:ext cx="110560" cy="110560"/>
            <a:chOff x="0" y="0"/>
            <a:chExt cx="812800" cy="812800"/>
          </a:xfrm>
        </p:grpSpPr>
        <p:sp>
          <p:nvSpPr>
            <p:cNvPr id="3856" name="Google Shape;3856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3857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58" name="Google Shape;3858;p18"/>
          <p:cNvGrpSpPr/>
          <p:nvPr/>
        </p:nvGrpSpPr>
        <p:grpSpPr>
          <a:xfrm rot="10800000">
            <a:off x="17803468" y="7706502"/>
            <a:ext cx="110560" cy="110560"/>
            <a:chOff x="0" y="0"/>
            <a:chExt cx="812800" cy="812800"/>
          </a:xfrm>
        </p:grpSpPr>
        <p:sp>
          <p:nvSpPr>
            <p:cNvPr id="3859" name="Google Shape;3859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0" name="Google Shape;3860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61" name="Google Shape;3861;p18"/>
          <p:cNvGrpSpPr/>
          <p:nvPr/>
        </p:nvGrpSpPr>
        <p:grpSpPr>
          <a:xfrm rot="10800000">
            <a:off x="17803468" y="7525370"/>
            <a:ext cx="110560" cy="110560"/>
            <a:chOff x="0" y="0"/>
            <a:chExt cx="812800" cy="812800"/>
          </a:xfrm>
        </p:grpSpPr>
        <p:sp>
          <p:nvSpPr>
            <p:cNvPr id="3862" name="Google Shape;3862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863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64" name="Google Shape;3864;p18"/>
          <p:cNvGrpSpPr/>
          <p:nvPr/>
        </p:nvGrpSpPr>
        <p:grpSpPr>
          <a:xfrm rot="10800000">
            <a:off x="17803468" y="7344238"/>
            <a:ext cx="110560" cy="110560"/>
            <a:chOff x="0" y="0"/>
            <a:chExt cx="812800" cy="812800"/>
          </a:xfrm>
        </p:grpSpPr>
        <p:sp>
          <p:nvSpPr>
            <p:cNvPr id="3865" name="Google Shape;3865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866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67" name="Google Shape;3867;p18"/>
          <p:cNvGrpSpPr/>
          <p:nvPr/>
        </p:nvGrpSpPr>
        <p:grpSpPr>
          <a:xfrm rot="10800000">
            <a:off x="17803468" y="7163106"/>
            <a:ext cx="110560" cy="110560"/>
            <a:chOff x="0" y="0"/>
            <a:chExt cx="812800" cy="812800"/>
          </a:xfrm>
        </p:grpSpPr>
        <p:sp>
          <p:nvSpPr>
            <p:cNvPr id="3868" name="Google Shape;3868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9" name="Google Shape;3869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70" name="Google Shape;3870;p18"/>
          <p:cNvGrpSpPr/>
          <p:nvPr/>
        </p:nvGrpSpPr>
        <p:grpSpPr>
          <a:xfrm rot="10800000">
            <a:off x="17803468" y="6981974"/>
            <a:ext cx="110560" cy="110560"/>
            <a:chOff x="0" y="0"/>
            <a:chExt cx="812800" cy="812800"/>
          </a:xfrm>
        </p:grpSpPr>
        <p:sp>
          <p:nvSpPr>
            <p:cNvPr id="3871" name="Google Shape;3871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2" name="Google Shape;3872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73" name="Google Shape;3873;p18"/>
          <p:cNvGrpSpPr/>
          <p:nvPr/>
        </p:nvGrpSpPr>
        <p:grpSpPr>
          <a:xfrm rot="10800000">
            <a:off x="17803468" y="6800841"/>
            <a:ext cx="110560" cy="110560"/>
            <a:chOff x="0" y="0"/>
            <a:chExt cx="812800" cy="812800"/>
          </a:xfrm>
        </p:grpSpPr>
        <p:sp>
          <p:nvSpPr>
            <p:cNvPr id="3874" name="Google Shape;3874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875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76" name="Google Shape;3876;p18"/>
          <p:cNvGrpSpPr/>
          <p:nvPr/>
        </p:nvGrpSpPr>
        <p:grpSpPr>
          <a:xfrm rot="10800000">
            <a:off x="17803468" y="6619709"/>
            <a:ext cx="110560" cy="110560"/>
            <a:chOff x="0" y="0"/>
            <a:chExt cx="812800" cy="812800"/>
          </a:xfrm>
        </p:grpSpPr>
        <p:sp>
          <p:nvSpPr>
            <p:cNvPr id="3877" name="Google Shape;3877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79" name="Google Shape;3879;p18"/>
          <p:cNvGrpSpPr/>
          <p:nvPr/>
        </p:nvGrpSpPr>
        <p:grpSpPr>
          <a:xfrm rot="10800000">
            <a:off x="17803468" y="6438577"/>
            <a:ext cx="110560" cy="110560"/>
            <a:chOff x="0" y="0"/>
            <a:chExt cx="812800" cy="812800"/>
          </a:xfrm>
        </p:grpSpPr>
        <p:sp>
          <p:nvSpPr>
            <p:cNvPr id="3880" name="Google Shape;3880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1" name="Google Shape;3881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82" name="Google Shape;3882;p18"/>
          <p:cNvGrpSpPr/>
          <p:nvPr/>
        </p:nvGrpSpPr>
        <p:grpSpPr>
          <a:xfrm rot="10800000">
            <a:off x="17803468" y="6257445"/>
            <a:ext cx="110560" cy="110560"/>
            <a:chOff x="0" y="0"/>
            <a:chExt cx="812800" cy="812800"/>
          </a:xfrm>
        </p:grpSpPr>
        <p:sp>
          <p:nvSpPr>
            <p:cNvPr id="3883" name="Google Shape;3883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3884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85" name="Google Shape;3885;p18"/>
          <p:cNvGrpSpPr/>
          <p:nvPr/>
        </p:nvGrpSpPr>
        <p:grpSpPr>
          <a:xfrm rot="10800000">
            <a:off x="17803468" y="6076312"/>
            <a:ext cx="110560" cy="110560"/>
            <a:chOff x="0" y="0"/>
            <a:chExt cx="812800" cy="812800"/>
          </a:xfrm>
        </p:grpSpPr>
        <p:sp>
          <p:nvSpPr>
            <p:cNvPr id="3886" name="Google Shape;3886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88" name="Google Shape;3888;p18"/>
          <p:cNvGrpSpPr/>
          <p:nvPr/>
        </p:nvGrpSpPr>
        <p:grpSpPr>
          <a:xfrm rot="10800000">
            <a:off x="17803468" y="5895180"/>
            <a:ext cx="110560" cy="110560"/>
            <a:chOff x="0" y="0"/>
            <a:chExt cx="812800" cy="812800"/>
          </a:xfrm>
        </p:grpSpPr>
        <p:sp>
          <p:nvSpPr>
            <p:cNvPr id="3889" name="Google Shape;3889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0" name="Google Shape;3890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91" name="Google Shape;3891;p18"/>
          <p:cNvGrpSpPr/>
          <p:nvPr/>
        </p:nvGrpSpPr>
        <p:grpSpPr>
          <a:xfrm rot="10800000">
            <a:off x="17803468" y="5714048"/>
            <a:ext cx="110560" cy="110560"/>
            <a:chOff x="0" y="0"/>
            <a:chExt cx="812800" cy="812800"/>
          </a:xfrm>
        </p:grpSpPr>
        <p:sp>
          <p:nvSpPr>
            <p:cNvPr id="3892" name="Google Shape;3892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3893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94" name="Google Shape;3894;p18"/>
          <p:cNvGrpSpPr/>
          <p:nvPr/>
        </p:nvGrpSpPr>
        <p:grpSpPr>
          <a:xfrm rot="10800000">
            <a:off x="17980563" y="8612163"/>
            <a:ext cx="110560" cy="110560"/>
            <a:chOff x="0" y="0"/>
            <a:chExt cx="812800" cy="812800"/>
          </a:xfrm>
        </p:grpSpPr>
        <p:sp>
          <p:nvSpPr>
            <p:cNvPr id="3895" name="Google Shape;3895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896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897" name="Google Shape;3897;p18"/>
          <p:cNvGrpSpPr/>
          <p:nvPr/>
        </p:nvGrpSpPr>
        <p:grpSpPr>
          <a:xfrm rot="10800000">
            <a:off x="17980563" y="8431031"/>
            <a:ext cx="110560" cy="110560"/>
            <a:chOff x="0" y="0"/>
            <a:chExt cx="812800" cy="812800"/>
          </a:xfrm>
        </p:grpSpPr>
        <p:sp>
          <p:nvSpPr>
            <p:cNvPr id="3898" name="Google Shape;3898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00" name="Google Shape;3900;p18"/>
          <p:cNvGrpSpPr/>
          <p:nvPr/>
        </p:nvGrpSpPr>
        <p:grpSpPr>
          <a:xfrm rot="10800000">
            <a:off x="17980563" y="8249899"/>
            <a:ext cx="110560" cy="110560"/>
            <a:chOff x="0" y="0"/>
            <a:chExt cx="812800" cy="812800"/>
          </a:xfrm>
        </p:grpSpPr>
        <p:sp>
          <p:nvSpPr>
            <p:cNvPr id="3901" name="Google Shape;3901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2" name="Google Shape;3902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03" name="Google Shape;3903;p18"/>
          <p:cNvGrpSpPr/>
          <p:nvPr/>
        </p:nvGrpSpPr>
        <p:grpSpPr>
          <a:xfrm rot="10800000">
            <a:off x="17980563" y="8068767"/>
            <a:ext cx="110560" cy="110560"/>
            <a:chOff x="0" y="0"/>
            <a:chExt cx="812800" cy="812800"/>
          </a:xfrm>
        </p:grpSpPr>
        <p:sp>
          <p:nvSpPr>
            <p:cNvPr id="3904" name="Google Shape;3904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3905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06" name="Google Shape;3906;p18"/>
          <p:cNvGrpSpPr/>
          <p:nvPr/>
        </p:nvGrpSpPr>
        <p:grpSpPr>
          <a:xfrm rot="10800000">
            <a:off x="17980563" y="7887635"/>
            <a:ext cx="110560" cy="110560"/>
            <a:chOff x="0" y="0"/>
            <a:chExt cx="812800" cy="812800"/>
          </a:xfrm>
        </p:grpSpPr>
        <p:sp>
          <p:nvSpPr>
            <p:cNvPr id="3907" name="Google Shape;3907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8" name="Google Shape;3908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09" name="Google Shape;3909;p18"/>
          <p:cNvGrpSpPr/>
          <p:nvPr/>
        </p:nvGrpSpPr>
        <p:grpSpPr>
          <a:xfrm rot="10800000">
            <a:off x="17980563" y="7706502"/>
            <a:ext cx="110560" cy="110560"/>
            <a:chOff x="0" y="0"/>
            <a:chExt cx="812800" cy="812800"/>
          </a:xfrm>
        </p:grpSpPr>
        <p:sp>
          <p:nvSpPr>
            <p:cNvPr id="3910" name="Google Shape;3910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1" name="Google Shape;3911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12" name="Google Shape;3912;p18"/>
          <p:cNvGrpSpPr/>
          <p:nvPr/>
        </p:nvGrpSpPr>
        <p:grpSpPr>
          <a:xfrm rot="10800000">
            <a:off x="17980563" y="7525370"/>
            <a:ext cx="110560" cy="110560"/>
            <a:chOff x="0" y="0"/>
            <a:chExt cx="812800" cy="812800"/>
          </a:xfrm>
        </p:grpSpPr>
        <p:sp>
          <p:nvSpPr>
            <p:cNvPr id="3913" name="Google Shape;3913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4" name="Google Shape;3914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15" name="Google Shape;3915;p18"/>
          <p:cNvGrpSpPr/>
          <p:nvPr/>
        </p:nvGrpSpPr>
        <p:grpSpPr>
          <a:xfrm rot="10800000">
            <a:off x="17980563" y="7344238"/>
            <a:ext cx="110560" cy="110560"/>
            <a:chOff x="0" y="0"/>
            <a:chExt cx="812800" cy="812800"/>
          </a:xfrm>
        </p:grpSpPr>
        <p:sp>
          <p:nvSpPr>
            <p:cNvPr id="3916" name="Google Shape;3916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7" name="Google Shape;3917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18" name="Google Shape;3918;p18"/>
          <p:cNvGrpSpPr/>
          <p:nvPr/>
        </p:nvGrpSpPr>
        <p:grpSpPr>
          <a:xfrm rot="10800000">
            <a:off x="17980563" y="7163106"/>
            <a:ext cx="110560" cy="110560"/>
            <a:chOff x="0" y="0"/>
            <a:chExt cx="812800" cy="812800"/>
          </a:xfrm>
        </p:grpSpPr>
        <p:sp>
          <p:nvSpPr>
            <p:cNvPr id="3919" name="Google Shape;3919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0" name="Google Shape;3920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21" name="Google Shape;3921;p18"/>
          <p:cNvGrpSpPr/>
          <p:nvPr/>
        </p:nvGrpSpPr>
        <p:grpSpPr>
          <a:xfrm rot="10800000">
            <a:off x="17980563" y="6981974"/>
            <a:ext cx="110560" cy="110560"/>
            <a:chOff x="0" y="0"/>
            <a:chExt cx="812800" cy="812800"/>
          </a:xfrm>
        </p:grpSpPr>
        <p:sp>
          <p:nvSpPr>
            <p:cNvPr id="3922" name="Google Shape;3922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3" name="Google Shape;3923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24" name="Google Shape;3924;p18"/>
          <p:cNvGrpSpPr/>
          <p:nvPr/>
        </p:nvGrpSpPr>
        <p:grpSpPr>
          <a:xfrm rot="10800000">
            <a:off x="17980563" y="6800841"/>
            <a:ext cx="110560" cy="110560"/>
            <a:chOff x="0" y="0"/>
            <a:chExt cx="812800" cy="812800"/>
          </a:xfrm>
        </p:grpSpPr>
        <p:sp>
          <p:nvSpPr>
            <p:cNvPr id="3925" name="Google Shape;3925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6" name="Google Shape;3926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27" name="Google Shape;3927;p18"/>
          <p:cNvGrpSpPr/>
          <p:nvPr/>
        </p:nvGrpSpPr>
        <p:grpSpPr>
          <a:xfrm rot="10800000">
            <a:off x="17980563" y="6619709"/>
            <a:ext cx="110560" cy="110560"/>
            <a:chOff x="0" y="0"/>
            <a:chExt cx="812800" cy="812800"/>
          </a:xfrm>
        </p:grpSpPr>
        <p:sp>
          <p:nvSpPr>
            <p:cNvPr id="3928" name="Google Shape;3928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9" name="Google Shape;3929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30" name="Google Shape;3930;p18"/>
          <p:cNvGrpSpPr/>
          <p:nvPr/>
        </p:nvGrpSpPr>
        <p:grpSpPr>
          <a:xfrm rot="10800000">
            <a:off x="17980563" y="6438577"/>
            <a:ext cx="110560" cy="110560"/>
            <a:chOff x="0" y="0"/>
            <a:chExt cx="812800" cy="812800"/>
          </a:xfrm>
        </p:grpSpPr>
        <p:sp>
          <p:nvSpPr>
            <p:cNvPr id="3931" name="Google Shape;3931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2" name="Google Shape;3932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33" name="Google Shape;3933;p18"/>
          <p:cNvGrpSpPr/>
          <p:nvPr/>
        </p:nvGrpSpPr>
        <p:grpSpPr>
          <a:xfrm rot="10800000">
            <a:off x="17980563" y="6257445"/>
            <a:ext cx="110560" cy="110560"/>
            <a:chOff x="0" y="0"/>
            <a:chExt cx="812800" cy="812800"/>
          </a:xfrm>
        </p:grpSpPr>
        <p:sp>
          <p:nvSpPr>
            <p:cNvPr id="3934" name="Google Shape;3934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5" name="Google Shape;3935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36" name="Google Shape;3936;p18"/>
          <p:cNvGrpSpPr/>
          <p:nvPr/>
        </p:nvGrpSpPr>
        <p:grpSpPr>
          <a:xfrm rot="10800000">
            <a:off x="17980563" y="6076312"/>
            <a:ext cx="110560" cy="110560"/>
            <a:chOff x="0" y="0"/>
            <a:chExt cx="812800" cy="812800"/>
          </a:xfrm>
        </p:grpSpPr>
        <p:sp>
          <p:nvSpPr>
            <p:cNvPr id="3937" name="Google Shape;3937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8" name="Google Shape;3938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39" name="Google Shape;3939;p18"/>
          <p:cNvGrpSpPr/>
          <p:nvPr/>
        </p:nvGrpSpPr>
        <p:grpSpPr>
          <a:xfrm rot="10800000">
            <a:off x="17980563" y="5895180"/>
            <a:ext cx="110560" cy="110560"/>
            <a:chOff x="0" y="0"/>
            <a:chExt cx="812800" cy="812800"/>
          </a:xfrm>
        </p:grpSpPr>
        <p:sp>
          <p:nvSpPr>
            <p:cNvPr id="3940" name="Google Shape;3940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1" name="Google Shape;3941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42" name="Google Shape;3942;p18"/>
          <p:cNvGrpSpPr/>
          <p:nvPr/>
        </p:nvGrpSpPr>
        <p:grpSpPr>
          <a:xfrm rot="10800000">
            <a:off x="17980563" y="5714048"/>
            <a:ext cx="110560" cy="110560"/>
            <a:chOff x="0" y="0"/>
            <a:chExt cx="812800" cy="812800"/>
          </a:xfrm>
        </p:grpSpPr>
        <p:sp>
          <p:nvSpPr>
            <p:cNvPr id="3943" name="Google Shape;3943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4" name="Google Shape;3944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45" name="Google Shape;3945;p18"/>
          <p:cNvGrpSpPr/>
          <p:nvPr/>
        </p:nvGrpSpPr>
        <p:grpSpPr>
          <a:xfrm rot="10800000">
            <a:off x="18157657" y="8431031"/>
            <a:ext cx="110560" cy="110560"/>
            <a:chOff x="0" y="0"/>
            <a:chExt cx="812800" cy="812800"/>
          </a:xfrm>
        </p:grpSpPr>
        <p:sp>
          <p:nvSpPr>
            <p:cNvPr id="3946" name="Google Shape;3946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7" name="Google Shape;3947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48" name="Google Shape;3948;p18"/>
          <p:cNvGrpSpPr/>
          <p:nvPr/>
        </p:nvGrpSpPr>
        <p:grpSpPr>
          <a:xfrm rot="10800000">
            <a:off x="18157657" y="8249899"/>
            <a:ext cx="110560" cy="110560"/>
            <a:chOff x="0" y="0"/>
            <a:chExt cx="812800" cy="812800"/>
          </a:xfrm>
        </p:grpSpPr>
        <p:sp>
          <p:nvSpPr>
            <p:cNvPr id="3949" name="Google Shape;3949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0" name="Google Shape;3950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51" name="Google Shape;3951;p18"/>
          <p:cNvGrpSpPr/>
          <p:nvPr/>
        </p:nvGrpSpPr>
        <p:grpSpPr>
          <a:xfrm rot="10800000">
            <a:off x="18157657" y="8068767"/>
            <a:ext cx="110560" cy="110560"/>
            <a:chOff x="0" y="0"/>
            <a:chExt cx="812800" cy="812800"/>
          </a:xfrm>
        </p:grpSpPr>
        <p:sp>
          <p:nvSpPr>
            <p:cNvPr id="3952" name="Google Shape;3952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3" name="Google Shape;3953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54" name="Google Shape;3954;p18"/>
          <p:cNvGrpSpPr/>
          <p:nvPr/>
        </p:nvGrpSpPr>
        <p:grpSpPr>
          <a:xfrm rot="10800000">
            <a:off x="18157657" y="7887635"/>
            <a:ext cx="110560" cy="110560"/>
            <a:chOff x="0" y="0"/>
            <a:chExt cx="812800" cy="812800"/>
          </a:xfrm>
        </p:grpSpPr>
        <p:sp>
          <p:nvSpPr>
            <p:cNvPr id="3955" name="Google Shape;3955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6" name="Google Shape;3956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57" name="Google Shape;3957;p18"/>
          <p:cNvGrpSpPr/>
          <p:nvPr/>
        </p:nvGrpSpPr>
        <p:grpSpPr>
          <a:xfrm rot="10800000">
            <a:off x="18157657" y="7706502"/>
            <a:ext cx="110560" cy="110560"/>
            <a:chOff x="0" y="0"/>
            <a:chExt cx="812800" cy="812800"/>
          </a:xfrm>
        </p:grpSpPr>
        <p:sp>
          <p:nvSpPr>
            <p:cNvPr id="3958" name="Google Shape;3958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60" name="Google Shape;3960;p18"/>
          <p:cNvGrpSpPr/>
          <p:nvPr/>
        </p:nvGrpSpPr>
        <p:grpSpPr>
          <a:xfrm rot="10800000">
            <a:off x="18157657" y="7525370"/>
            <a:ext cx="110560" cy="110560"/>
            <a:chOff x="0" y="0"/>
            <a:chExt cx="812800" cy="812800"/>
          </a:xfrm>
        </p:grpSpPr>
        <p:sp>
          <p:nvSpPr>
            <p:cNvPr id="3961" name="Google Shape;3961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3962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63" name="Google Shape;3963;p18"/>
          <p:cNvGrpSpPr/>
          <p:nvPr/>
        </p:nvGrpSpPr>
        <p:grpSpPr>
          <a:xfrm rot="10800000">
            <a:off x="18157657" y="7344238"/>
            <a:ext cx="110560" cy="110560"/>
            <a:chOff x="0" y="0"/>
            <a:chExt cx="812800" cy="812800"/>
          </a:xfrm>
        </p:grpSpPr>
        <p:sp>
          <p:nvSpPr>
            <p:cNvPr id="3964" name="Google Shape;3964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66" name="Google Shape;3966;p18"/>
          <p:cNvGrpSpPr/>
          <p:nvPr/>
        </p:nvGrpSpPr>
        <p:grpSpPr>
          <a:xfrm rot="10800000">
            <a:off x="18157657" y="7163106"/>
            <a:ext cx="110560" cy="110560"/>
            <a:chOff x="0" y="0"/>
            <a:chExt cx="812800" cy="812800"/>
          </a:xfrm>
        </p:grpSpPr>
        <p:sp>
          <p:nvSpPr>
            <p:cNvPr id="3967" name="Google Shape;3967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3968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69" name="Google Shape;3969;p18"/>
          <p:cNvGrpSpPr/>
          <p:nvPr/>
        </p:nvGrpSpPr>
        <p:grpSpPr>
          <a:xfrm rot="10800000">
            <a:off x="18157657" y="6981974"/>
            <a:ext cx="110560" cy="110560"/>
            <a:chOff x="0" y="0"/>
            <a:chExt cx="812800" cy="812800"/>
          </a:xfrm>
        </p:grpSpPr>
        <p:sp>
          <p:nvSpPr>
            <p:cNvPr id="3970" name="Google Shape;3970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3971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72" name="Google Shape;3972;p18"/>
          <p:cNvGrpSpPr/>
          <p:nvPr/>
        </p:nvGrpSpPr>
        <p:grpSpPr>
          <a:xfrm rot="10800000">
            <a:off x="18157657" y="6800841"/>
            <a:ext cx="110560" cy="110560"/>
            <a:chOff x="0" y="0"/>
            <a:chExt cx="812800" cy="812800"/>
          </a:xfrm>
        </p:grpSpPr>
        <p:sp>
          <p:nvSpPr>
            <p:cNvPr id="3973" name="Google Shape;3973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974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75" name="Google Shape;3975;p18"/>
          <p:cNvGrpSpPr/>
          <p:nvPr/>
        </p:nvGrpSpPr>
        <p:grpSpPr>
          <a:xfrm rot="10800000">
            <a:off x="18157657" y="6619709"/>
            <a:ext cx="110560" cy="110560"/>
            <a:chOff x="0" y="0"/>
            <a:chExt cx="812800" cy="812800"/>
          </a:xfrm>
        </p:grpSpPr>
        <p:sp>
          <p:nvSpPr>
            <p:cNvPr id="3976" name="Google Shape;3976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78" name="Google Shape;3978;p18"/>
          <p:cNvGrpSpPr/>
          <p:nvPr/>
        </p:nvGrpSpPr>
        <p:grpSpPr>
          <a:xfrm rot="10800000">
            <a:off x="18157657" y="6438577"/>
            <a:ext cx="110560" cy="110560"/>
            <a:chOff x="0" y="0"/>
            <a:chExt cx="812800" cy="812800"/>
          </a:xfrm>
        </p:grpSpPr>
        <p:sp>
          <p:nvSpPr>
            <p:cNvPr id="3979" name="Google Shape;3979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81" name="Google Shape;3981;p18"/>
          <p:cNvGrpSpPr/>
          <p:nvPr/>
        </p:nvGrpSpPr>
        <p:grpSpPr>
          <a:xfrm rot="10800000">
            <a:off x="18157657" y="6257445"/>
            <a:ext cx="110560" cy="110560"/>
            <a:chOff x="0" y="0"/>
            <a:chExt cx="812800" cy="812800"/>
          </a:xfrm>
        </p:grpSpPr>
        <p:sp>
          <p:nvSpPr>
            <p:cNvPr id="3982" name="Google Shape;3982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3983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84" name="Google Shape;3984;p18"/>
          <p:cNvGrpSpPr/>
          <p:nvPr/>
        </p:nvGrpSpPr>
        <p:grpSpPr>
          <a:xfrm rot="10800000">
            <a:off x="18157657" y="6076312"/>
            <a:ext cx="110560" cy="110560"/>
            <a:chOff x="0" y="0"/>
            <a:chExt cx="812800" cy="812800"/>
          </a:xfrm>
        </p:grpSpPr>
        <p:sp>
          <p:nvSpPr>
            <p:cNvPr id="3985" name="Google Shape;3985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3986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87" name="Google Shape;3987;p18"/>
          <p:cNvGrpSpPr/>
          <p:nvPr/>
        </p:nvGrpSpPr>
        <p:grpSpPr>
          <a:xfrm rot="10800000">
            <a:off x="18157657" y="5895180"/>
            <a:ext cx="110560" cy="110560"/>
            <a:chOff x="0" y="0"/>
            <a:chExt cx="812800" cy="812800"/>
          </a:xfrm>
        </p:grpSpPr>
        <p:sp>
          <p:nvSpPr>
            <p:cNvPr id="3988" name="Google Shape;3988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90" name="Google Shape;3990;p18"/>
          <p:cNvGrpSpPr/>
          <p:nvPr/>
        </p:nvGrpSpPr>
        <p:grpSpPr>
          <a:xfrm rot="10800000">
            <a:off x="18157657" y="5714048"/>
            <a:ext cx="110560" cy="110560"/>
            <a:chOff x="0" y="0"/>
            <a:chExt cx="812800" cy="812800"/>
          </a:xfrm>
        </p:grpSpPr>
        <p:sp>
          <p:nvSpPr>
            <p:cNvPr id="3991" name="Google Shape;3991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93" name="Google Shape;3993;p18"/>
          <p:cNvGrpSpPr/>
          <p:nvPr/>
        </p:nvGrpSpPr>
        <p:grpSpPr>
          <a:xfrm rot="10800000">
            <a:off x="17289485" y="8249899"/>
            <a:ext cx="110560" cy="110560"/>
            <a:chOff x="0" y="0"/>
            <a:chExt cx="812800" cy="812800"/>
          </a:xfrm>
        </p:grpSpPr>
        <p:sp>
          <p:nvSpPr>
            <p:cNvPr id="3994" name="Google Shape;3994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96" name="Google Shape;3996;p18"/>
          <p:cNvGrpSpPr/>
          <p:nvPr/>
        </p:nvGrpSpPr>
        <p:grpSpPr>
          <a:xfrm rot="10800000">
            <a:off x="17289485" y="8068767"/>
            <a:ext cx="110560" cy="110560"/>
            <a:chOff x="0" y="0"/>
            <a:chExt cx="812800" cy="812800"/>
          </a:xfrm>
        </p:grpSpPr>
        <p:sp>
          <p:nvSpPr>
            <p:cNvPr id="3997" name="Google Shape;3997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998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999" name="Google Shape;3999;p18"/>
          <p:cNvGrpSpPr/>
          <p:nvPr/>
        </p:nvGrpSpPr>
        <p:grpSpPr>
          <a:xfrm rot="10800000">
            <a:off x="17289485" y="7887635"/>
            <a:ext cx="110560" cy="110560"/>
            <a:chOff x="0" y="0"/>
            <a:chExt cx="812800" cy="812800"/>
          </a:xfrm>
        </p:grpSpPr>
        <p:sp>
          <p:nvSpPr>
            <p:cNvPr id="4000" name="Google Shape;4000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002" name="Google Shape;4002;p18"/>
          <p:cNvGrpSpPr/>
          <p:nvPr/>
        </p:nvGrpSpPr>
        <p:grpSpPr>
          <a:xfrm rot="10800000">
            <a:off x="17289485" y="7706502"/>
            <a:ext cx="110560" cy="110560"/>
            <a:chOff x="0" y="0"/>
            <a:chExt cx="812800" cy="812800"/>
          </a:xfrm>
        </p:grpSpPr>
        <p:sp>
          <p:nvSpPr>
            <p:cNvPr id="4003" name="Google Shape;4003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005" name="Google Shape;4005;p18"/>
          <p:cNvGrpSpPr/>
          <p:nvPr/>
        </p:nvGrpSpPr>
        <p:grpSpPr>
          <a:xfrm rot="10800000">
            <a:off x="17289485" y="7525370"/>
            <a:ext cx="110560" cy="110560"/>
            <a:chOff x="0" y="0"/>
            <a:chExt cx="812800" cy="812800"/>
          </a:xfrm>
        </p:grpSpPr>
        <p:sp>
          <p:nvSpPr>
            <p:cNvPr id="4006" name="Google Shape;4006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008" name="Google Shape;4008;p18"/>
          <p:cNvGrpSpPr/>
          <p:nvPr/>
        </p:nvGrpSpPr>
        <p:grpSpPr>
          <a:xfrm rot="10800000">
            <a:off x="17289485" y="7344238"/>
            <a:ext cx="110560" cy="110560"/>
            <a:chOff x="0" y="0"/>
            <a:chExt cx="812800" cy="812800"/>
          </a:xfrm>
        </p:grpSpPr>
        <p:sp>
          <p:nvSpPr>
            <p:cNvPr id="4009" name="Google Shape;4009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4010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011" name="Google Shape;4011;p18"/>
          <p:cNvGrpSpPr/>
          <p:nvPr/>
        </p:nvGrpSpPr>
        <p:grpSpPr>
          <a:xfrm rot="10800000">
            <a:off x="17289485" y="7163106"/>
            <a:ext cx="110560" cy="110560"/>
            <a:chOff x="0" y="0"/>
            <a:chExt cx="812800" cy="812800"/>
          </a:xfrm>
        </p:grpSpPr>
        <p:sp>
          <p:nvSpPr>
            <p:cNvPr id="4012" name="Google Shape;4012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014" name="Google Shape;4014;p18"/>
          <p:cNvGrpSpPr/>
          <p:nvPr/>
        </p:nvGrpSpPr>
        <p:grpSpPr>
          <a:xfrm rot="10800000">
            <a:off x="17289485" y="6981974"/>
            <a:ext cx="110560" cy="110560"/>
            <a:chOff x="0" y="0"/>
            <a:chExt cx="812800" cy="812800"/>
          </a:xfrm>
        </p:grpSpPr>
        <p:sp>
          <p:nvSpPr>
            <p:cNvPr id="4015" name="Google Shape;4015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4016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017" name="Google Shape;4017;p18"/>
          <p:cNvGrpSpPr/>
          <p:nvPr/>
        </p:nvGrpSpPr>
        <p:grpSpPr>
          <a:xfrm rot="10800000">
            <a:off x="17289485" y="6800841"/>
            <a:ext cx="110560" cy="110560"/>
            <a:chOff x="0" y="0"/>
            <a:chExt cx="812800" cy="812800"/>
          </a:xfrm>
        </p:grpSpPr>
        <p:sp>
          <p:nvSpPr>
            <p:cNvPr id="4018" name="Google Shape;4018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020" name="Google Shape;4020;p18"/>
          <p:cNvGrpSpPr/>
          <p:nvPr/>
        </p:nvGrpSpPr>
        <p:grpSpPr>
          <a:xfrm rot="10800000">
            <a:off x="17289485" y="6619709"/>
            <a:ext cx="110560" cy="110560"/>
            <a:chOff x="0" y="0"/>
            <a:chExt cx="812800" cy="812800"/>
          </a:xfrm>
        </p:grpSpPr>
        <p:sp>
          <p:nvSpPr>
            <p:cNvPr id="4021" name="Google Shape;4021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023" name="Google Shape;4023;p18"/>
          <p:cNvGrpSpPr/>
          <p:nvPr/>
        </p:nvGrpSpPr>
        <p:grpSpPr>
          <a:xfrm rot="10800000">
            <a:off x="17289485" y="6438577"/>
            <a:ext cx="110560" cy="110560"/>
            <a:chOff x="0" y="0"/>
            <a:chExt cx="812800" cy="812800"/>
          </a:xfrm>
        </p:grpSpPr>
        <p:sp>
          <p:nvSpPr>
            <p:cNvPr id="4024" name="Google Shape;4024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026" name="Google Shape;4026;p18"/>
          <p:cNvGrpSpPr/>
          <p:nvPr/>
        </p:nvGrpSpPr>
        <p:grpSpPr>
          <a:xfrm rot="10800000">
            <a:off x="17289485" y="6257445"/>
            <a:ext cx="110560" cy="110560"/>
            <a:chOff x="0" y="0"/>
            <a:chExt cx="812800" cy="812800"/>
          </a:xfrm>
        </p:grpSpPr>
        <p:sp>
          <p:nvSpPr>
            <p:cNvPr id="4027" name="Google Shape;4027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029" name="Google Shape;4029;p18"/>
          <p:cNvGrpSpPr/>
          <p:nvPr/>
        </p:nvGrpSpPr>
        <p:grpSpPr>
          <a:xfrm rot="10800000">
            <a:off x="17289485" y="6076312"/>
            <a:ext cx="110560" cy="110560"/>
            <a:chOff x="0" y="0"/>
            <a:chExt cx="812800" cy="812800"/>
          </a:xfrm>
        </p:grpSpPr>
        <p:sp>
          <p:nvSpPr>
            <p:cNvPr id="4030" name="Google Shape;4030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4031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032" name="Google Shape;4032;p18"/>
          <p:cNvGrpSpPr/>
          <p:nvPr/>
        </p:nvGrpSpPr>
        <p:grpSpPr>
          <a:xfrm rot="10800000">
            <a:off x="17289485" y="5895180"/>
            <a:ext cx="110560" cy="110560"/>
            <a:chOff x="0" y="0"/>
            <a:chExt cx="812800" cy="812800"/>
          </a:xfrm>
        </p:grpSpPr>
        <p:sp>
          <p:nvSpPr>
            <p:cNvPr id="4033" name="Google Shape;4033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4034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035" name="Google Shape;4035;p18"/>
          <p:cNvGrpSpPr/>
          <p:nvPr/>
        </p:nvGrpSpPr>
        <p:grpSpPr>
          <a:xfrm rot="10800000">
            <a:off x="17289485" y="5714048"/>
            <a:ext cx="110560" cy="110560"/>
            <a:chOff x="0" y="0"/>
            <a:chExt cx="812800" cy="812800"/>
          </a:xfrm>
        </p:grpSpPr>
        <p:sp>
          <p:nvSpPr>
            <p:cNvPr id="4036" name="Google Shape;4036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4037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038" name="Google Shape;4038;p18"/>
          <p:cNvGrpSpPr/>
          <p:nvPr/>
        </p:nvGrpSpPr>
        <p:grpSpPr>
          <a:xfrm rot="10800000">
            <a:off x="17289485" y="8431031"/>
            <a:ext cx="110560" cy="110560"/>
            <a:chOff x="0" y="0"/>
            <a:chExt cx="812800" cy="812800"/>
          </a:xfrm>
        </p:grpSpPr>
        <p:sp>
          <p:nvSpPr>
            <p:cNvPr id="4039" name="Google Shape;4039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0" name="Google Shape;4040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041" name="Google Shape;4041;p18"/>
          <p:cNvGrpSpPr/>
          <p:nvPr/>
        </p:nvGrpSpPr>
        <p:grpSpPr>
          <a:xfrm rot="10800000">
            <a:off x="18157657" y="8612163"/>
            <a:ext cx="110560" cy="110560"/>
            <a:chOff x="0" y="0"/>
            <a:chExt cx="812800" cy="812800"/>
          </a:xfrm>
        </p:grpSpPr>
        <p:sp>
          <p:nvSpPr>
            <p:cNvPr id="4042" name="Google Shape;4042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4043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044" name="Google Shape;4044;p18"/>
          <p:cNvGrpSpPr/>
          <p:nvPr/>
        </p:nvGrpSpPr>
        <p:grpSpPr>
          <a:xfrm rot="10800000">
            <a:off x="17289485" y="8612163"/>
            <a:ext cx="110560" cy="110560"/>
            <a:chOff x="0" y="0"/>
            <a:chExt cx="812800" cy="812800"/>
          </a:xfrm>
        </p:grpSpPr>
        <p:sp>
          <p:nvSpPr>
            <p:cNvPr id="4045" name="Google Shape;4045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4046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047" name="Google Shape;4047;p18"/>
          <p:cNvGrpSpPr/>
          <p:nvPr/>
        </p:nvGrpSpPr>
        <p:grpSpPr>
          <a:xfrm rot="10800000">
            <a:off x="18157657" y="8770087"/>
            <a:ext cx="110560" cy="110560"/>
            <a:chOff x="0" y="0"/>
            <a:chExt cx="812800" cy="812800"/>
          </a:xfrm>
        </p:grpSpPr>
        <p:sp>
          <p:nvSpPr>
            <p:cNvPr id="4048" name="Google Shape;4048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4049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050" name="Google Shape;4050;p18"/>
          <p:cNvGrpSpPr/>
          <p:nvPr/>
        </p:nvGrpSpPr>
        <p:grpSpPr>
          <a:xfrm rot="10800000">
            <a:off x="17289485" y="8770087"/>
            <a:ext cx="110560" cy="110560"/>
            <a:chOff x="0" y="0"/>
            <a:chExt cx="812800" cy="812800"/>
          </a:xfrm>
        </p:grpSpPr>
        <p:sp>
          <p:nvSpPr>
            <p:cNvPr id="4051" name="Google Shape;4051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4052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053" name="Google Shape;4053;p18"/>
          <p:cNvGrpSpPr/>
          <p:nvPr/>
        </p:nvGrpSpPr>
        <p:grpSpPr>
          <a:xfrm rot="10800000">
            <a:off x="17289485" y="8947322"/>
            <a:ext cx="110560" cy="110560"/>
            <a:chOff x="0" y="0"/>
            <a:chExt cx="812800" cy="812800"/>
          </a:xfrm>
        </p:grpSpPr>
        <p:sp>
          <p:nvSpPr>
            <p:cNvPr id="4054" name="Google Shape;4054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4055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056" name="Google Shape;4056;p18"/>
          <p:cNvGrpSpPr/>
          <p:nvPr/>
        </p:nvGrpSpPr>
        <p:grpSpPr>
          <a:xfrm rot="10800000">
            <a:off x="17980422" y="8770087"/>
            <a:ext cx="110560" cy="110560"/>
            <a:chOff x="0" y="0"/>
            <a:chExt cx="812800" cy="812800"/>
          </a:xfrm>
        </p:grpSpPr>
        <p:sp>
          <p:nvSpPr>
            <p:cNvPr id="4057" name="Google Shape;4057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4058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059" name="Google Shape;4059;p18"/>
          <p:cNvGrpSpPr/>
          <p:nvPr/>
        </p:nvGrpSpPr>
        <p:grpSpPr>
          <a:xfrm rot="10800000">
            <a:off x="17451104" y="8947322"/>
            <a:ext cx="110560" cy="110560"/>
            <a:chOff x="0" y="0"/>
            <a:chExt cx="812800" cy="812800"/>
          </a:xfrm>
        </p:grpSpPr>
        <p:sp>
          <p:nvSpPr>
            <p:cNvPr id="4060" name="Google Shape;4060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4061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062" name="Google Shape;4062;p18"/>
          <p:cNvGrpSpPr/>
          <p:nvPr/>
        </p:nvGrpSpPr>
        <p:grpSpPr>
          <a:xfrm rot="10800000">
            <a:off x="17805574" y="8770087"/>
            <a:ext cx="110560" cy="110560"/>
            <a:chOff x="0" y="0"/>
            <a:chExt cx="812800" cy="812800"/>
          </a:xfrm>
        </p:grpSpPr>
        <p:sp>
          <p:nvSpPr>
            <p:cNvPr id="4063" name="Google Shape;4063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4064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065" name="Google Shape;4065;p18"/>
          <p:cNvGrpSpPr/>
          <p:nvPr/>
        </p:nvGrpSpPr>
        <p:grpSpPr>
          <a:xfrm rot="10800000">
            <a:off x="17628339" y="8770087"/>
            <a:ext cx="110560" cy="110560"/>
            <a:chOff x="0" y="0"/>
            <a:chExt cx="812800" cy="812800"/>
          </a:xfrm>
        </p:grpSpPr>
        <p:sp>
          <p:nvSpPr>
            <p:cNvPr id="4066" name="Google Shape;4066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068" name="Google Shape;4068;p18"/>
          <p:cNvGrpSpPr/>
          <p:nvPr/>
        </p:nvGrpSpPr>
        <p:grpSpPr>
          <a:xfrm rot="10800000">
            <a:off x="17451104" y="8770087"/>
            <a:ext cx="110560" cy="110560"/>
            <a:chOff x="0" y="0"/>
            <a:chExt cx="812800" cy="812800"/>
          </a:xfrm>
        </p:grpSpPr>
        <p:sp>
          <p:nvSpPr>
            <p:cNvPr id="4069" name="Google Shape;4069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071" name="Google Shape;4071;p18"/>
          <p:cNvGrpSpPr/>
          <p:nvPr/>
        </p:nvGrpSpPr>
        <p:grpSpPr>
          <a:xfrm rot="10800000">
            <a:off x="17289485" y="9115032"/>
            <a:ext cx="110560" cy="110560"/>
            <a:chOff x="0" y="0"/>
            <a:chExt cx="812800" cy="812800"/>
          </a:xfrm>
        </p:grpSpPr>
        <p:sp>
          <p:nvSpPr>
            <p:cNvPr id="4072" name="Google Shape;4072;p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074" name="Google Shape;4074;p18"/>
          <p:cNvGrpSpPr/>
          <p:nvPr/>
        </p:nvGrpSpPr>
        <p:grpSpPr>
          <a:xfrm>
            <a:off x="17482467" y="9791295"/>
            <a:ext cx="1350380" cy="1350380"/>
            <a:chOff x="0" y="0"/>
            <a:chExt cx="1800506" cy="1800506"/>
          </a:xfrm>
        </p:grpSpPr>
        <p:sp>
          <p:nvSpPr>
            <p:cNvPr id="4075" name="Google Shape;4075;p18"/>
            <p:cNvSpPr/>
            <p:nvPr/>
          </p:nvSpPr>
          <p:spPr>
            <a:xfrm>
              <a:off x="0" y="0"/>
              <a:ext cx="1800506" cy="1800506"/>
            </a:xfrm>
            <a:custGeom>
              <a:avLst/>
              <a:gdLst/>
              <a:ahLst/>
              <a:cxnLst/>
              <a:rect l="l" t="t" r="r" b="b"/>
              <a:pathLst>
                <a:path w="1800506" h="1800506" extrusionOk="0">
                  <a:moveTo>
                    <a:pt x="0" y="0"/>
                  </a:moveTo>
                  <a:lnTo>
                    <a:pt x="1800506" y="0"/>
                  </a:lnTo>
                  <a:lnTo>
                    <a:pt x="1800506" y="1800506"/>
                  </a:lnTo>
                  <a:lnTo>
                    <a:pt x="0" y="180050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076" name="Google Shape;4076;p18"/>
            <p:cNvSpPr/>
            <p:nvPr/>
          </p:nvSpPr>
          <p:spPr>
            <a:xfrm>
              <a:off x="155410" y="151242"/>
              <a:ext cx="1489687" cy="1489687"/>
            </a:xfrm>
            <a:custGeom>
              <a:avLst/>
              <a:gdLst/>
              <a:ahLst/>
              <a:cxnLst/>
              <a:rect l="l" t="t" r="r" b="b"/>
              <a:pathLst>
                <a:path w="1489687" h="1489687" extrusionOk="0">
                  <a:moveTo>
                    <a:pt x="0" y="0"/>
                  </a:moveTo>
                  <a:lnTo>
                    <a:pt x="1489686" y="0"/>
                  </a:lnTo>
                  <a:lnTo>
                    <a:pt x="1489686" y="1489687"/>
                  </a:lnTo>
                  <a:lnTo>
                    <a:pt x="0" y="148968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077" name="Google Shape;4077;p18"/>
            <p:cNvSpPr/>
            <p:nvPr/>
          </p:nvSpPr>
          <p:spPr>
            <a:xfrm>
              <a:off x="336111" y="331943"/>
              <a:ext cx="1128285" cy="1128285"/>
            </a:xfrm>
            <a:custGeom>
              <a:avLst/>
              <a:gdLst/>
              <a:ahLst/>
              <a:cxnLst/>
              <a:rect l="l" t="t" r="r" b="b"/>
              <a:pathLst>
                <a:path w="1128285" h="1128285" extrusionOk="0">
                  <a:moveTo>
                    <a:pt x="0" y="0"/>
                  </a:moveTo>
                  <a:lnTo>
                    <a:pt x="1128284" y="0"/>
                  </a:lnTo>
                  <a:lnTo>
                    <a:pt x="1128284" y="1128284"/>
                  </a:lnTo>
                  <a:lnTo>
                    <a:pt x="0" y="11282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grpSp>
        <p:nvGrpSpPr>
          <p:cNvPr id="4078" name="Google Shape;4078;p18"/>
          <p:cNvGrpSpPr/>
          <p:nvPr/>
        </p:nvGrpSpPr>
        <p:grpSpPr>
          <a:xfrm>
            <a:off x="16823110" y="-1432487"/>
            <a:ext cx="2536021" cy="2387197"/>
            <a:chOff x="144191" y="144191"/>
            <a:chExt cx="3381362" cy="3182929"/>
          </a:xfrm>
        </p:grpSpPr>
        <p:grpSp>
          <p:nvGrpSpPr>
            <p:cNvPr id="4079" name="Google Shape;4079;p18"/>
            <p:cNvGrpSpPr/>
            <p:nvPr/>
          </p:nvGrpSpPr>
          <p:grpSpPr>
            <a:xfrm>
              <a:off x="342624" y="144191"/>
              <a:ext cx="3182929" cy="3182929"/>
              <a:chOff x="33762" y="33762"/>
              <a:chExt cx="745275" cy="745275"/>
            </a:xfrm>
          </p:grpSpPr>
          <p:sp>
            <p:nvSpPr>
              <p:cNvPr id="4080" name="Google Shape;4080;p18"/>
              <p:cNvSpPr/>
              <p:nvPr/>
            </p:nvSpPr>
            <p:spPr>
              <a:xfrm>
                <a:off x="33762" y="33762"/>
                <a:ext cx="745275" cy="745275"/>
              </a:xfrm>
              <a:custGeom>
                <a:avLst/>
                <a:gdLst/>
                <a:ahLst/>
                <a:cxnLst/>
                <a:rect l="l" t="t" r="r" b="b"/>
                <a:pathLst>
                  <a:path w="745275" h="745275" extrusionOk="0">
                    <a:moveTo>
                      <a:pt x="425740" y="23054"/>
                    </a:moveTo>
                    <a:lnTo>
                      <a:pt x="436178" y="34223"/>
                    </a:lnTo>
                    <a:cubicBezTo>
                      <a:pt x="469920" y="70325"/>
                      <a:pt x="517617" y="90082"/>
                      <a:pt x="567003" y="88413"/>
                    </a:cubicBezTo>
                    <a:lnTo>
                      <a:pt x="582282" y="87896"/>
                    </a:lnTo>
                    <a:cubicBezTo>
                      <a:pt x="602400" y="87217"/>
                      <a:pt x="621899" y="94910"/>
                      <a:pt x="636132" y="109143"/>
                    </a:cubicBezTo>
                    <a:cubicBezTo>
                      <a:pt x="650366" y="123377"/>
                      <a:pt x="658059" y="142876"/>
                      <a:pt x="657379" y="162993"/>
                    </a:cubicBezTo>
                    <a:lnTo>
                      <a:pt x="656863" y="178273"/>
                    </a:lnTo>
                    <a:cubicBezTo>
                      <a:pt x="655194" y="227659"/>
                      <a:pt x="674951" y="275356"/>
                      <a:pt x="711053" y="309098"/>
                    </a:cubicBezTo>
                    <a:lnTo>
                      <a:pt x="722222" y="319537"/>
                    </a:lnTo>
                    <a:cubicBezTo>
                      <a:pt x="736928" y="333281"/>
                      <a:pt x="745275" y="352509"/>
                      <a:pt x="745275" y="372638"/>
                    </a:cubicBezTo>
                    <a:cubicBezTo>
                      <a:pt x="745275" y="392767"/>
                      <a:pt x="736928" y="411995"/>
                      <a:pt x="722222" y="425739"/>
                    </a:cubicBezTo>
                    <a:lnTo>
                      <a:pt x="711053" y="436178"/>
                    </a:lnTo>
                    <a:cubicBezTo>
                      <a:pt x="674951" y="469920"/>
                      <a:pt x="655194" y="517617"/>
                      <a:pt x="656863" y="567003"/>
                    </a:cubicBezTo>
                    <a:lnTo>
                      <a:pt x="657379" y="582282"/>
                    </a:lnTo>
                    <a:cubicBezTo>
                      <a:pt x="658059" y="602400"/>
                      <a:pt x="650366" y="621899"/>
                      <a:pt x="636132" y="636132"/>
                    </a:cubicBezTo>
                    <a:cubicBezTo>
                      <a:pt x="621899" y="650366"/>
                      <a:pt x="602400" y="658059"/>
                      <a:pt x="582282" y="657379"/>
                    </a:cubicBezTo>
                    <a:lnTo>
                      <a:pt x="567003" y="656863"/>
                    </a:lnTo>
                    <a:cubicBezTo>
                      <a:pt x="517617" y="655194"/>
                      <a:pt x="469920" y="674951"/>
                      <a:pt x="436178" y="711053"/>
                    </a:cubicBezTo>
                    <a:lnTo>
                      <a:pt x="425739" y="722222"/>
                    </a:lnTo>
                    <a:cubicBezTo>
                      <a:pt x="411995" y="736928"/>
                      <a:pt x="392767" y="745275"/>
                      <a:pt x="372638" y="745275"/>
                    </a:cubicBezTo>
                    <a:cubicBezTo>
                      <a:pt x="352509" y="745275"/>
                      <a:pt x="333281" y="736928"/>
                      <a:pt x="319537" y="722222"/>
                    </a:cubicBezTo>
                    <a:lnTo>
                      <a:pt x="309098" y="711053"/>
                    </a:lnTo>
                    <a:cubicBezTo>
                      <a:pt x="275356" y="674951"/>
                      <a:pt x="227659" y="655194"/>
                      <a:pt x="178273" y="656863"/>
                    </a:cubicBezTo>
                    <a:lnTo>
                      <a:pt x="162993" y="657379"/>
                    </a:lnTo>
                    <a:cubicBezTo>
                      <a:pt x="142876" y="658059"/>
                      <a:pt x="123377" y="650366"/>
                      <a:pt x="109143" y="636132"/>
                    </a:cubicBezTo>
                    <a:cubicBezTo>
                      <a:pt x="94910" y="621899"/>
                      <a:pt x="87217" y="602400"/>
                      <a:pt x="87896" y="582282"/>
                    </a:cubicBezTo>
                    <a:lnTo>
                      <a:pt x="88413" y="567003"/>
                    </a:lnTo>
                    <a:cubicBezTo>
                      <a:pt x="90082" y="517617"/>
                      <a:pt x="70325" y="469920"/>
                      <a:pt x="34223" y="436178"/>
                    </a:cubicBezTo>
                    <a:lnTo>
                      <a:pt x="23054" y="425740"/>
                    </a:lnTo>
                    <a:cubicBezTo>
                      <a:pt x="8348" y="411995"/>
                      <a:pt x="0" y="392767"/>
                      <a:pt x="0" y="372638"/>
                    </a:cubicBezTo>
                    <a:cubicBezTo>
                      <a:pt x="0" y="352509"/>
                      <a:pt x="8348" y="333281"/>
                      <a:pt x="23054" y="319537"/>
                    </a:cubicBezTo>
                    <a:lnTo>
                      <a:pt x="34223" y="309098"/>
                    </a:lnTo>
                    <a:cubicBezTo>
                      <a:pt x="70325" y="275356"/>
                      <a:pt x="90082" y="227659"/>
                      <a:pt x="88413" y="178273"/>
                    </a:cubicBezTo>
                    <a:lnTo>
                      <a:pt x="87896" y="162993"/>
                    </a:lnTo>
                    <a:cubicBezTo>
                      <a:pt x="87217" y="142876"/>
                      <a:pt x="94910" y="123377"/>
                      <a:pt x="109143" y="109143"/>
                    </a:cubicBezTo>
                    <a:cubicBezTo>
                      <a:pt x="123377" y="94910"/>
                      <a:pt x="142876" y="87217"/>
                      <a:pt x="162993" y="87896"/>
                    </a:cubicBezTo>
                    <a:lnTo>
                      <a:pt x="178273" y="88413"/>
                    </a:lnTo>
                    <a:cubicBezTo>
                      <a:pt x="227659" y="90082"/>
                      <a:pt x="275356" y="70325"/>
                      <a:pt x="309098" y="34223"/>
                    </a:cubicBezTo>
                    <a:lnTo>
                      <a:pt x="319537" y="23054"/>
                    </a:lnTo>
                    <a:cubicBezTo>
                      <a:pt x="333281" y="8348"/>
                      <a:pt x="352509" y="0"/>
                      <a:pt x="372638" y="0"/>
                    </a:cubicBezTo>
                    <a:cubicBezTo>
                      <a:pt x="392767" y="0"/>
                      <a:pt x="411995" y="8348"/>
                      <a:pt x="425740" y="2305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CEA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1" name="Google Shape;4081;p18"/>
              <p:cNvSpPr txBox="1"/>
              <p:nvPr/>
            </p:nvSpPr>
            <p:spPr>
              <a:xfrm>
                <a:off x="127000" y="79375"/>
                <a:ext cx="558800" cy="606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082" name="Google Shape;4082;p18"/>
            <p:cNvGrpSpPr/>
            <p:nvPr/>
          </p:nvGrpSpPr>
          <p:grpSpPr>
            <a:xfrm>
              <a:off x="144191" y="144191"/>
              <a:ext cx="3182929" cy="3182929"/>
              <a:chOff x="33762" y="33762"/>
              <a:chExt cx="745275" cy="745275"/>
            </a:xfrm>
          </p:grpSpPr>
          <p:sp>
            <p:nvSpPr>
              <p:cNvPr id="4083" name="Google Shape;4083;p18"/>
              <p:cNvSpPr/>
              <p:nvPr/>
            </p:nvSpPr>
            <p:spPr>
              <a:xfrm>
                <a:off x="33762" y="33762"/>
                <a:ext cx="745275" cy="745275"/>
              </a:xfrm>
              <a:custGeom>
                <a:avLst/>
                <a:gdLst/>
                <a:ahLst/>
                <a:cxnLst/>
                <a:rect l="l" t="t" r="r" b="b"/>
                <a:pathLst>
                  <a:path w="745275" h="745275" extrusionOk="0">
                    <a:moveTo>
                      <a:pt x="425740" y="23054"/>
                    </a:moveTo>
                    <a:lnTo>
                      <a:pt x="436178" y="34223"/>
                    </a:lnTo>
                    <a:cubicBezTo>
                      <a:pt x="469920" y="70325"/>
                      <a:pt x="517617" y="90082"/>
                      <a:pt x="567003" y="88413"/>
                    </a:cubicBezTo>
                    <a:lnTo>
                      <a:pt x="582282" y="87896"/>
                    </a:lnTo>
                    <a:cubicBezTo>
                      <a:pt x="602400" y="87217"/>
                      <a:pt x="621899" y="94910"/>
                      <a:pt x="636132" y="109143"/>
                    </a:cubicBezTo>
                    <a:cubicBezTo>
                      <a:pt x="650366" y="123377"/>
                      <a:pt x="658059" y="142876"/>
                      <a:pt x="657379" y="162993"/>
                    </a:cubicBezTo>
                    <a:lnTo>
                      <a:pt x="656863" y="178273"/>
                    </a:lnTo>
                    <a:cubicBezTo>
                      <a:pt x="655194" y="227659"/>
                      <a:pt x="674951" y="275356"/>
                      <a:pt x="711053" y="309098"/>
                    </a:cubicBezTo>
                    <a:lnTo>
                      <a:pt x="722222" y="319537"/>
                    </a:lnTo>
                    <a:cubicBezTo>
                      <a:pt x="736928" y="333281"/>
                      <a:pt x="745275" y="352509"/>
                      <a:pt x="745275" y="372638"/>
                    </a:cubicBezTo>
                    <a:cubicBezTo>
                      <a:pt x="745275" y="392767"/>
                      <a:pt x="736928" y="411995"/>
                      <a:pt x="722222" y="425739"/>
                    </a:cubicBezTo>
                    <a:lnTo>
                      <a:pt x="711053" y="436178"/>
                    </a:lnTo>
                    <a:cubicBezTo>
                      <a:pt x="674951" y="469920"/>
                      <a:pt x="655194" y="517617"/>
                      <a:pt x="656863" y="567003"/>
                    </a:cubicBezTo>
                    <a:lnTo>
                      <a:pt x="657379" y="582282"/>
                    </a:lnTo>
                    <a:cubicBezTo>
                      <a:pt x="658059" y="602400"/>
                      <a:pt x="650366" y="621899"/>
                      <a:pt x="636132" y="636132"/>
                    </a:cubicBezTo>
                    <a:cubicBezTo>
                      <a:pt x="621899" y="650366"/>
                      <a:pt x="602400" y="658059"/>
                      <a:pt x="582282" y="657379"/>
                    </a:cubicBezTo>
                    <a:lnTo>
                      <a:pt x="567003" y="656863"/>
                    </a:lnTo>
                    <a:cubicBezTo>
                      <a:pt x="517617" y="655194"/>
                      <a:pt x="469920" y="674951"/>
                      <a:pt x="436178" y="711053"/>
                    </a:cubicBezTo>
                    <a:lnTo>
                      <a:pt x="425739" y="722222"/>
                    </a:lnTo>
                    <a:cubicBezTo>
                      <a:pt x="411995" y="736928"/>
                      <a:pt x="392767" y="745275"/>
                      <a:pt x="372638" y="745275"/>
                    </a:cubicBezTo>
                    <a:cubicBezTo>
                      <a:pt x="352509" y="745275"/>
                      <a:pt x="333281" y="736928"/>
                      <a:pt x="319537" y="722222"/>
                    </a:cubicBezTo>
                    <a:lnTo>
                      <a:pt x="309098" y="711053"/>
                    </a:lnTo>
                    <a:cubicBezTo>
                      <a:pt x="275356" y="674951"/>
                      <a:pt x="227659" y="655194"/>
                      <a:pt x="178273" y="656863"/>
                    </a:cubicBezTo>
                    <a:lnTo>
                      <a:pt x="162993" y="657379"/>
                    </a:lnTo>
                    <a:cubicBezTo>
                      <a:pt x="142876" y="658059"/>
                      <a:pt x="123377" y="650366"/>
                      <a:pt x="109143" y="636132"/>
                    </a:cubicBezTo>
                    <a:cubicBezTo>
                      <a:pt x="94910" y="621899"/>
                      <a:pt x="87217" y="602400"/>
                      <a:pt x="87896" y="582282"/>
                    </a:cubicBezTo>
                    <a:lnTo>
                      <a:pt x="88413" y="567003"/>
                    </a:lnTo>
                    <a:cubicBezTo>
                      <a:pt x="90082" y="517617"/>
                      <a:pt x="70325" y="469920"/>
                      <a:pt x="34223" y="436178"/>
                    </a:cubicBezTo>
                    <a:lnTo>
                      <a:pt x="23054" y="425740"/>
                    </a:lnTo>
                    <a:cubicBezTo>
                      <a:pt x="8348" y="411995"/>
                      <a:pt x="0" y="392767"/>
                      <a:pt x="0" y="372638"/>
                    </a:cubicBezTo>
                    <a:cubicBezTo>
                      <a:pt x="0" y="352509"/>
                      <a:pt x="8348" y="333281"/>
                      <a:pt x="23054" y="319537"/>
                    </a:cubicBezTo>
                    <a:lnTo>
                      <a:pt x="34223" y="309098"/>
                    </a:lnTo>
                    <a:cubicBezTo>
                      <a:pt x="70325" y="275356"/>
                      <a:pt x="90082" y="227659"/>
                      <a:pt x="88413" y="178273"/>
                    </a:cubicBezTo>
                    <a:lnTo>
                      <a:pt x="87896" y="162993"/>
                    </a:lnTo>
                    <a:cubicBezTo>
                      <a:pt x="87217" y="142876"/>
                      <a:pt x="94910" y="123377"/>
                      <a:pt x="109143" y="109143"/>
                    </a:cubicBezTo>
                    <a:cubicBezTo>
                      <a:pt x="123377" y="94910"/>
                      <a:pt x="142876" y="87217"/>
                      <a:pt x="162993" y="87896"/>
                    </a:cubicBezTo>
                    <a:lnTo>
                      <a:pt x="178273" y="88413"/>
                    </a:lnTo>
                    <a:cubicBezTo>
                      <a:pt x="227659" y="90082"/>
                      <a:pt x="275356" y="70325"/>
                      <a:pt x="309098" y="34223"/>
                    </a:cubicBezTo>
                    <a:lnTo>
                      <a:pt x="319537" y="23054"/>
                    </a:lnTo>
                    <a:cubicBezTo>
                      <a:pt x="333281" y="8348"/>
                      <a:pt x="352509" y="0"/>
                      <a:pt x="372638" y="0"/>
                    </a:cubicBezTo>
                    <a:cubicBezTo>
                      <a:pt x="392767" y="0"/>
                      <a:pt x="411995" y="8348"/>
                      <a:pt x="425740" y="2305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56126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4" name="Google Shape;4084;p18"/>
              <p:cNvSpPr txBox="1"/>
              <p:nvPr/>
            </p:nvSpPr>
            <p:spPr>
              <a:xfrm>
                <a:off x="127000" y="79375"/>
                <a:ext cx="558800" cy="606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4085" name="Google Shape;4085;p18"/>
          <p:cNvGrpSpPr/>
          <p:nvPr/>
        </p:nvGrpSpPr>
        <p:grpSpPr>
          <a:xfrm>
            <a:off x="17283190" y="-1275646"/>
            <a:ext cx="1970053" cy="1854442"/>
            <a:chOff x="112012" y="112012"/>
            <a:chExt cx="2626737" cy="2472588"/>
          </a:xfrm>
        </p:grpSpPr>
        <p:grpSp>
          <p:nvGrpSpPr>
            <p:cNvPr id="4086" name="Google Shape;4086;p18"/>
            <p:cNvGrpSpPr/>
            <p:nvPr/>
          </p:nvGrpSpPr>
          <p:grpSpPr>
            <a:xfrm>
              <a:off x="266161" y="112012"/>
              <a:ext cx="2472588" cy="2472588"/>
              <a:chOff x="33762" y="33762"/>
              <a:chExt cx="745275" cy="745275"/>
            </a:xfrm>
          </p:grpSpPr>
          <p:sp>
            <p:nvSpPr>
              <p:cNvPr id="4087" name="Google Shape;4087;p18"/>
              <p:cNvSpPr/>
              <p:nvPr/>
            </p:nvSpPr>
            <p:spPr>
              <a:xfrm>
                <a:off x="33762" y="33762"/>
                <a:ext cx="745275" cy="745275"/>
              </a:xfrm>
              <a:custGeom>
                <a:avLst/>
                <a:gdLst/>
                <a:ahLst/>
                <a:cxnLst/>
                <a:rect l="l" t="t" r="r" b="b"/>
                <a:pathLst>
                  <a:path w="745275" h="745275" extrusionOk="0">
                    <a:moveTo>
                      <a:pt x="425740" y="23054"/>
                    </a:moveTo>
                    <a:lnTo>
                      <a:pt x="436178" y="34223"/>
                    </a:lnTo>
                    <a:cubicBezTo>
                      <a:pt x="469920" y="70325"/>
                      <a:pt x="517617" y="90082"/>
                      <a:pt x="567003" y="88413"/>
                    </a:cubicBezTo>
                    <a:lnTo>
                      <a:pt x="582282" y="87896"/>
                    </a:lnTo>
                    <a:cubicBezTo>
                      <a:pt x="602400" y="87217"/>
                      <a:pt x="621899" y="94910"/>
                      <a:pt x="636132" y="109143"/>
                    </a:cubicBezTo>
                    <a:cubicBezTo>
                      <a:pt x="650366" y="123377"/>
                      <a:pt x="658059" y="142876"/>
                      <a:pt x="657379" y="162993"/>
                    </a:cubicBezTo>
                    <a:lnTo>
                      <a:pt x="656863" y="178273"/>
                    </a:lnTo>
                    <a:cubicBezTo>
                      <a:pt x="655194" y="227659"/>
                      <a:pt x="674951" y="275356"/>
                      <a:pt x="711053" y="309098"/>
                    </a:cubicBezTo>
                    <a:lnTo>
                      <a:pt x="722222" y="319537"/>
                    </a:lnTo>
                    <a:cubicBezTo>
                      <a:pt x="736928" y="333281"/>
                      <a:pt x="745275" y="352509"/>
                      <a:pt x="745275" y="372638"/>
                    </a:cubicBezTo>
                    <a:cubicBezTo>
                      <a:pt x="745275" y="392767"/>
                      <a:pt x="736928" y="411995"/>
                      <a:pt x="722222" y="425739"/>
                    </a:cubicBezTo>
                    <a:lnTo>
                      <a:pt x="711053" y="436178"/>
                    </a:lnTo>
                    <a:cubicBezTo>
                      <a:pt x="674951" y="469920"/>
                      <a:pt x="655194" y="517617"/>
                      <a:pt x="656863" y="567003"/>
                    </a:cubicBezTo>
                    <a:lnTo>
                      <a:pt x="657379" y="582282"/>
                    </a:lnTo>
                    <a:cubicBezTo>
                      <a:pt x="658059" y="602400"/>
                      <a:pt x="650366" y="621899"/>
                      <a:pt x="636132" y="636132"/>
                    </a:cubicBezTo>
                    <a:cubicBezTo>
                      <a:pt x="621899" y="650366"/>
                      <a:pt x="602400" y="658059"/>
                      <a:pt x="582282" y="657379"/>
                    </a:cubicBezTo>
                    <a:lnTo>
                      <a:pt x="567003" y="656863"/>
                    </a:lnTo>
                    <a:cubicBezTo>
                      <a:pt x="517617" y="655194"/>
                      <a:pt x="469920" y="674951"/>
                      <a:pt x="436178" y="711053"/>
                    </a:cubicBezTo>
                    <a:lnTo>
                      <a:pt x="425739" y="722222"/>
                    </a:lnTo>
                    <a:cubicBezTo>
                      <a:pt x="411995" y="736928"/>
                      <a:pt x="392767" y="745275"/>
                      <a:pt x="372638" y="745275"/>
                    </a:cubicBezTo>
                    <a:cubicBezTo>
                      <a:pt x="352509" y="745275"/>
                      <a:pt x="333281" y="736928"/>
                      <a:pt x="319537" y="722222"/>
                    </a:cubicBezTo>
                    <a:lnTo>
                      <a:pt x="309098" y="711053"/>
                    </a:lnTo>
                    <a:cubicBezTo>
                      <a:pt x="275356" y="674951"/>
                      <a:pt x="227659" y="655194"/>
                      <a:pt x="178273" y="656863"/>
                    </a:cubicBezTo>
                    <a:lnTo>
                      <a:pt x="162993" y="657379"/>
                    </a:lnTo>
                    <a:cubicBezTo>
                      <a:pt x="142876" y="658059"/>
                      <a:pt x="123377" y="650366"/>
                      <a:pt x="109143" y="636132"/>
                    </a:cubicBezTo>
                    <a:cubicBezTo>
                      <a:pt x="94910" y="621899"/>
                      <a:pt x="87217" y="602400"/>
                      <a:pt x="87896" y="582282"/>
                    </a:cubicBezTo>
                    <a:lnTo>
                      <a:pt x="88413" y="567003"/>
                    </a:lnTo>
                    <a:cubicBezTo>
                      <a:pt x="90082" y="517617"/>
                      <a:pt x="70325" y="469920"/>
                      <a:pt x="34223" y="436178"/>
                    </a:cubicBezTo>
                    <a:lnTo>
                      <a:pt x="23054" y="425740"/>
                    </a:lnTo>
                    <a:cubicBezTo>
                      <a:pt x="8348" y="411995"/>
                      <a:pt x="0" y="392767"/>
                      <a:pt x="0" y="372638"/>
                    </a:cubicBezTo>
                    <a:cubicBezTo>
                      <a:pt x="0" y="352509"/>
                      <a:pt x="8348" y="333281"/>
                      <a:pt x="23054" y="319537"/>
                    </a:cubicBezTo>
                    <a:lnTo>
                      <a:pt x="34223" y="309098"/>
                    </a:lnTo>
                    <a:cubicBezTo>
                      <a:pt x="70325" y="275356"/>
                      <a:pt x="90082" y="227659"/>
                      <a:pt x="88413" y="178273"/>
                    </a:cubicBezTo>
                    <a:lnTo>
                      <a:pt x="87896" y="162993"/>
                    </a:lnTo>
                    <a:cubicBezTo>
                      <a:pt x="87217" y="142876"/>
                      <a:pt x="94910" y="123377"/>
                      <a:pt x="109143" y="109143"/>
                    </a:cubicBezTo>
                    <a:cubicBezTo>
                      <a:pt x="123377" y="94910"/>
                      <a:pt x="142876" y="87217"/>
                      <a:pt x="162993" y="87896"/>
                    </a:cubicBezTo>
                    <a:lnTo>
                      <a:pt x="178273" y="88413"/>
                    </a:lnTo>
                    <a:cubicBezTo>
                      <a:pt x="227659" y="90082"/>
                      <a:pt x="275356" y="70325"/>
                      <a:pt x="309098" y="34223"/>
                    </a:cubicBezTo>
                    <a:lnTo>
                      <a:pt x="319537" y="23054"/>
                    </a:lnTo>
                    <a:cubicBezTo>
                      <a:pt x="333281" y="8348"/>
                      <a:pt x="352509" y="0"/>
                      <a:pt x="372638" y="0"/>
                    </a:cubicBezTo>
                    <a:cubicBezTo>
                      <a:pt x="392767" y="0"/>
                      <a:pt x="411995" y="8348"/>
                      <a:pt x="425740" y="2305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 cmpd="sng">
                <a:solidFill>
                  <a:srgbClr val="CEA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8" name="Google Shape;4088;p18"/>
              <p:cNvSpPr txBox="1"/>
              <p:nvPr/>
            </p:nvSpPr>
            <p:spPr>
              <a:xfrm>
                <a:off x="127000" y="79375"/>
                <a:ext cx="558800" cy="606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089" name="Google Shape;4089;p18"/>
            <p:cNvGrpSpPr/>
            <p:nvPr/>
          </p:nvGrpSpPr>
          <p:grpSpPr>
            <a:xfrm>
              <a:off x="112012" y="112012"/>
              <a:ext cx="2472588" cy="2472588"/>
              <a:chOff x="33762" y="33762"/>
              <a:chExt cx="745275" cy="745275"/>
            </a:xfrm>
          </p:grpSpPr>
          <p:sp>
            <p:nvSpPr>
              <p:cNvPr id="4090" name="Google Shape;4090;p18"/>
              <p:cNvSpPr/>
              <p:nvPr/>
            </p:nvSpPr>
            <p:spPr>
              <a:xfrm>
                <a:off x="33762" y="33762"/>
                <a:ext cx="745275" cy="745275"/>
              </a:xfrm>
              <a:custGeom>
                <a:avLst/>
                <a:gdLst/>
                <a:ahLst/>
                <a:cxnLst/>
                <a:rect l="l" t="t" r="r" b="b"/>
                <a:pathLst>
                  <a:path w="745275" h="745275" extrusionOk="0">
                    <a:moveTo>
                      <a:pt x="425740" y="23054"/>
                    </a:moveTo>
                    <a:lnTo>
                      <a:pt x="436178" y="34223"/>
                    </a:lnTo>
                    <a:cubicBezTo>
                      <a:pt x="469920" y="70325"/>
                      <a:pt x="517617" y="90082"/>
                      <a:pt x="567003" y="88413"/>
                    </a:cubicBezTo>
                    <a:lnTo>
                      <a:pt x="582282" y="87896"/>
                    </a:lnTo>
                    <a:cubicBezTo>
                      <a:pt x="602400" y="87217"/>
                      <a:pt x="621899" y="94910"/>
                      <a:pt x="636132" y="109143"/>
                    </a:cubicBezTo>
                    <a:cubicBezTo>
                      <a:pt x="650366" y="123377"/>
                      <a:pt x="658059" y="142876"/>
                      <a:pt x="657379" y="162993"/>
                    </a:cubicBezTo>
                    <a:lnTo>
                      <a:pt x="656863" y="178273"/>
                    </a:lnTo>
                    <a:cubicBezTo>
                      <a:pt x="655194" y="227659"/>
                      <a:pt x="674951" y="275356"/>
                      <a:pt x="711053" y="309098"/>
                    </a:cubicBezTo>
                    <a:lnTo>
                      <a:pt x="722222" y="319537"/>
                    </a:lnTo>
                    <a:cubicBezTo>
                      <a:pt x="736928" y="333281"/>
                      <a:pt x="745275" y="352509"/>
                      <a:pt x="745275" y="372638"/>
                    </a:cubicBezTo>
                    <a:cubicBezTo>
                      <a:pt x="745275" y="392767"/>
                      <a:pt x="736928" y="411995"/>
                      <a:pt x="722222" y="425739"/>
                    </a:cubicBezTo>
                    <a:lnTo>
                      <a:pt x="711053" y="436178"/>
                    </a:lnTo>
                    <a:cubicBezTo>
                      <a:pt x="674951" y="469920"/>
                      <a:pt x="655194" y="517617"/>
                      <a:pt x="656863" y="567003"/>
                    </a:cubicBezTo>
                    <a:lnTo>
                      <a:pt x="657379" y="582282"/>
                    </a:lnTo>
                    <a:cubicBezTo>
                      <a:pt x="658059" y="602400"/>
                      <a:pt x="650366" y="621899"/>
                      <a:pt x="636132" y="636132"/>
                    </a:cubicBezTo>
                    <a:cubicBezTo>
                      <a:pt x="621899" y="650366"/>
                      <a:pt x="602400" y="658059"/>
                      <a:pt x="582282" y="657379"/>
                    </a:cubicBezTo>
                    <a:lnTo>
                      <a:pt x="567003" y="656863"/>
                    </a:lnTo>
                    <a:cubicBezTo>
                      <a:pt x="517617" y="655194"/>
                      <a:pt x="469920" y="674951"/>
                      <a:pt x="436178" y="711053"/>
                    </a:cubicBezTo>
                    <a:lnTo>
                      <a:pt x="425739" y="722222"/>
                    </a:lnTo>
                    <a:cubicBezTo>
                      <a:pt x="411995" y="736928"/>
                      <a:pt x="392767" y="745275"/>
                      <a:pt x="372638" y="745275"/>
                    </a:cubicBezTo>
                    <a:cubicBezTo>
                      <a:pt x="352509" y="745275"/>
                      <a:pt x="333281" y="736928"/>
                      <a:pt x="319537" y="722222"/>
                    </a:cubicBezTo>
                    <a:lnTo>
                      <a:pt x="309098" y="711053"/>
                    </a:lnTo>
                    <a:cubicBezTo>
                      <a:pt x="275356" y="674951"/>
                      <a:pt x="227659" y="655194"/>
                      <a:pt x="178273" y="656863"/>
                    </a:cubicBezTo>
                    <a:lnTo>
                      <a:pt x="162993" y="657379"/>
                    </a:lnTo>
                    <a:cubicBezTo>
                      <a:pt x="142876" y="658059"/>
                      <a:pt x="123377" y="650366"/>
                      <a:pt x="109143" y="636132"/>
                    </a:cubicBezTo>
                    <a:cubicBezTo>
                      <a:pt x="94910" y="621899"/>
                      <a:pt x="87217" y="602400"/>
                      <a:pt x="87896" y="582282"/>
                    </a:cubicBezTo>
                    <a:lnTo>
                      <a:pt x="88413" y="567003"/>
                    </a:lnTo>
                    <a:cubicBezTo>
                      <a:pt x="90082" y="517617"/>
                      <a:pt x="70325" y="469920"/>
                      <a:pt x="34223" y="436178"/>
                    </a:cubicBezTo>
                    <a:lnTo>
                      <a:pt x="23054" y="425740"/>
                    </a:lnTo>
                    <a:cubicBezTo>
                      <a:pt x="8348" y="411995"/>
                      <a:pt x="0" y="392767"/>
                      <a:pt x="0" y="372638"/>
                    </a:cubicBezTo>
                    <a:cubicBezTo>
                      <a:pt x="0" y="352509"/>
                      <a:pt x="8348" y="333281"/>
                      <a:pt x="23054" y="319537"/>
                    </a:cubicBezTo>
                    <a:lnTo>
                      <a:pt x="34223" y="309098"/>
                    </a:lnTo>
                    <a:cubicBezTo>
                      <a:pt x="70325" y="275356"/>
                      <a:pt x="90082" y="227659"/>
                      <a:pt x="88413" y="178273"/>
                    </a:cubicBezTo>
                    <a:lnTo>
                      <a:pt x="87896" y="162993"/>
                    </a:lnTo>
                    <a:cubicBezTo>
                      <a:pt x="87217" y="142876"/>
                      <a:pt x="94910" y="123377"/>
                      <a:pt x="109143" y="109143"/>
                    </a:cubicBezTo>
                    <a:cubicBezTo>
                      <a:pt x="123377" y="94910"/>
                      <a:pt x="142876" y="87217"/>
                      <a:pt x="162993" y="87896"/>
                    </a:cubicBezTo>
                    <a:lnTo>
                      <a:pt x="178273" y="88413"/>
                    </a:lnTo>
                    <a:cubicBezTo>
                      <a:pt x="227659" y="90082"/>
                      <a:pt x="275356" y="70325"/>
                      <a:pt x="309098" y="34223"/>
                    </a:cubicBezTo>
                    <a:lnTo>
                      <a:pt x="319537" y="23054"/>
                    </a:lnTo>
                    <a:cubicBezTo>
                      <a:pt x="333281" y="8348"/>
                      <a:pt x="352509" y="0"/>
                      <a:pt x="372638" y="0"/>
                    </a:cubicBezTo>
                    <a:cubicBezTo>
                      <a:pt x="392767" y="0"/>
                      <a:pt x="411995" y="8348"/>
                      <a:pt x="425740" y="2305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 cmpd="sng">
                <a:solidFill>
                  <a:srgbClr val="56126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1" name="Google Shape;4091;p18"/>
              <p:cNvSpPr txBox="1"/>
              <p:nvPr/>
            </p:nvSpPr>
            <p:spPr>
              <a:xfrm>
                <a:off x="127000" y="79375"/>
                <a:ext cx="558800" cy="606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4092" name="Google Shape;4092;p18"/>
          <p:cNvGrpSpPr/>
          <p:nvPr/>
        </p:nvGrpSpPr>
        <p:grpSpPr>
          <a:xfrm rot="-2307943">
            <a:off x="-138283" y="8042878"/>
            <a:ext cx="169260" cy="3266926"/>
            <a:chOff x="0" y="-47625"/>
            <a:chExt cx="44579" cy="860425"/>
          </a:xfrm>
        </p:grpSpPr>
        <p:sp>
          <p:nvSpPr>
            <p:cNvPr id="4093" name="Google Shape;4093;p18"/>
            <p:cNvSpPr/>
            <p:nvPr/>
          </p:nvSpPr>
          <p:spPr>
            <a:xfrm>
              <a:off x="0" y="0"/>
              <a:ext cx="44579" cy="812800"/>
            </a:xfrm>
            <a:custGeom>
              <a:avLst/>
              <a:gdLst/>
              <a:ahLst/>
              <a:cxnLst/>
              <a:rect l="l" t="t" r="r" b="b"/>
              <a:pathLst>
                <a:path w="44579" h="812800" extrusionOk="0">
                  <a:moveTo>
                    <a:pt x="22289" y="0"/>
                  </a:moveTo>
                  <a:lnTo>
                    <a:pt x="22289" y="0"/>
                  </a:lnTo>
                  <a:cubicBezTo>
                    <a:pt x="34599" y="0"/>
                    <a:pt x="44579" y="9979"/>
                    <a:pt x="44579" y="22289"/>
                  </a:cubicBezTo>
                  <a:lnTo>
                    <a:pt x="44579" y="790511"/>
                  </a:lnTo>
                  <a:cubicBezTo>
                    <a:pt x="44579" y="802821"/>
                    <a:pt x="34599" y="812800"/>
                    <a:pt x="22289" y="812800"/>
                  </a:cubicBezTo>
                  <a:lnTo>
                    <a:pt x="22289" y="812800"/>
                  </a:lnTo>
                  <a:cubicBezTo>
                    <a:pt x="9979" y="812800"/>
                    <a:pt x="0" y="802821"/>
                    <a:pt x="0" y="790511"/>
                  </a:cubicBezTo>
                  <a:lnTo>
                    <a:pt x="0" y="22289"/>
                  </a:lnTo>
                  <a:cubicBezTo>
                    <a:pt x="0" y="9979"/>
                    <a:pt x="9979" y="0"/>
                    <a:pt x="222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 cmpd="sng">
              <a:solidFill>
                <a:srgbClr val="CEA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4094;p18"/>
            <p:cNvSpPr txBox="1"/>
            <p:nvPr/>
          </p:nvSpPr>
          <p:spPr>
            <a:xfrm>
              <a:off x="0" y="-47625"/>
              <a:ext cx="44579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095" name="Google Shape;4095;p18"/>
          <p:cNvGrpSpPr/>
          <p:nvPr/>
        </p:nvGrpSpPr>
        <p:grpSpPr>
          <a:xfrm rot="-2307943">
            <a:off x="235726" y="8042878"/>
            <a:ext cx="169260" cy="3266926"/>
            <a:chOff x="0" y="-47625"/>
            <a:chExt cx="44579" cy="860425"/>
          </a:xfrm>
        </p:grpSpPr>
        <p:sp>
          <p:nvSpPr>
            <p:cNvPr id="4096" name="Google Shape;4096;p18"/>
            <p:cNvSpPr/>
            <p:nvPr/>
          </p:nvSpPr>
          <p:spPr>
            <a:xfrm>
              <a:off x="0" y="0"/>
              <a:ext cx="44579" cy="812800"/>
            </a:xfrm>
            <a:custGeom>
              <a:avLst/>
              <a:gdLst/>
              <a:ahLst/>
              <a:cxnLst/>
              <a:rect l="l" t="t" r="r" b="b"/>
              <a:pathLst>
                <a:path w="44579" h="812800" extrusionOk="0">
                  <a:moveTo>
                    <a:pt x="22289" y="0"/>
                  </a:moveTo>
                  <a:lnTo>
                    <a:pt x="22289" y="0"/>
                  </a:lnTo>
                  <a:cubicBezTo>
                    <a:pt x="34599" y="0"/>
                    <a:pt x="44579" y="9979"/>
                    <a:pt x="44579" y="22289"/>
                  </a:cubicBezTo>
                  <a:lnTo>
                    <a:pt x="44579" y="790511"/>
                  </a:lnTo>
                  <a:cubicBezTo>
                    <a:pt x="44579" y="802821"/>
                    <a:pt x="34599" y="812800"/>
                    <a:pt x="22289" y="812800"/>
                  </a:cubicBezTo>
                  <a:lnTo>
                    <a:pt x="22289" y="812800"/>
                  </a:lnTo>
                  <a:cubicBezTo>
                    <a:pt x="9979" y="812800"/>
                    <a:pt x="0" y="802821"/>
                    <a:pt x="0" y="790511"/>
                  </a:cubicBezTo>
                  <a:lnTo>
                    <a:pt x="0" y="22289"/>
                  </a:lnTo>
                  <a:cubicBezTo>
                    <a:pt x="0" y="9979"/>
                    <a:pt x="9979" y="0"/>
                    <a:pt x="222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 cmpd="sng">
              <a:solidFill>
                <a:srgbClr val="5612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4097;p18"/>
            <p:cNvSpPr txBox="1"/>
            <p:nvPr/>
          </p:nvSpPr>
          <p:spPr>
            <a:xfrm>
              <a:off x="0" y="-47625"/>
              <a:ext cx="44579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098" name="Google Shape;4098;p18"/>
          <p:cNvGrpSpPr/>
          <p:nvPr/>
        </p:nvGrpSpPr>
        <p:grpSpPr>
          <a:xfrm rot="5400000">
            <a:off x="18052248" y="3795958"/>
            <a:ext cx="1008000" cy="2695084"/>
            <a:chOff x="0" y="-47625"/>
            <a:chExt cx="280466" cy="709817"/>
          </a:xfrm>
        </p:grpSpPr>
        <p:sp>
          <p:nvSpPr>
            <p:cNvPr id="4099" name="Google Shape;4099;p18"/>
            <p:cNvSpPr/>
            <p:nvPr/>
          </p:nvSpPr>
          <p:spPr>
            <a:xfrm>
              <a:off x="0" y="0"/>
              <a:ext cx="280466" cy="662192"/>
            </a:xfrm>
            <a:prstGeom prst="roundRect">
              <a:avLst>
                <a:gd name="adj" fmla="val 16667"/>
              </a:avLst>
            </a:prstGeom>
            <a:solidFill>
              <a:srgbClr val="E2CBF6"/>
            </a:solidFill>
            <a:ln w="47625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0" name="Google Shape;4100;p18"/>
            <p:cNvSpPr/>
            <p:nvPr/>
          </p:nvSpPr>
          <p:spPr>
            <a:xfrm>
              <a:off x="0" y="-47625"/>
              <a:ext cx="280466" cy="709817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4101" name="Google Shape;4101;p18"/>
          <p:cNvSpPr txBox="1"/>
          <p:nvPr/>
        </p:nvSpPr>
        <p:spPr>
          <a:xfrm>
            <a:off x="17226117" y="4862971"/>
            <a:ext cx="1142999" cy="527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3199">
                <a:solidFill>
                  <a:srgbClr val="561269"/>
                </a:solidFill>
                <a:latin typeface="Lilita One"/>
                <a:ea typeface="Lilita One"/>
                <a:cs typeface="Lilita One"/>
                <a:sym typeface="Lilita One"/>
              </a:rPr>
              <a:t>‹nº›</a:t>
            </a:fld>
            <a:endParaRPr sz="3199">
              <a:solidFill>
                <a:srgbClr val="561269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grpSp>
        <p:nvGrpSpPr>
          <p:cNvPr id="4102" name="Google Shape;4102;p18"/>
          <p:cNvGrpSpPr/>
          <p:nvPr/>
        </p:nvGrpSpPr>
        <p:grpSpPr>
          <a:xfrm>
            <a:off x="376598" y="150732"/>
            <a:ext cx="14649005" cy="1842261"/>
            <a:chOff x="0" y="-47625"/>
            <a:chExt cx="6794944" cy="854533"/>
          </a:xfrm>
        </p:grpSpPr>
        <p:sp>
          <p:nvSpPr>
            <p:cNvPr id="4103" name="Google Shape;4103;p18"/>
            <p:cNvSpPr/>
            <p:nvPr/>
          </p:nvSpPr>
          <p:spPr>
            <a:xfrm>
              <a:off x="0" y="0"/>
              <a:ext cx="6794944" cy="806908"/>
            </a:xfrm>
            <a:custGeom>
              <a:avLst/>
              <a:gdLst/>
              <a:ahLst/>
              <a:cxnLst/>
              <a:rect l="l" t="t" r="r" b="b"/>
              <a:pathLst>
                <a:path w="6794944" h="806908" extrusionOk="0">
                  <a:moveTo>
                    <a:pt x="6780674" y="0"/>
                  </a:moveTo>
                  <a:lnTo>
                    <a:pt x="14269" y="0"/>
                  </a:lnTo>
                  <a:cubicBezTo>
                    <a:pt x="6389" y="0"/>
                    <a:pt x="0" y="6389"/>
                    <a:pt x="0" y="14269"/>
                  </a:cubicBezTo>
                  <a:lnTo>
                    <a:pt x="0" y="610571"/>
                  </a:lnTo>
                  <a:cubicBezTo>
                    <a:pt x="0" y="618451"/>
                    <a:pt x="6389" y="624840"/>
                    <a:pt x="14269" y="624840"/>
                  </a:cubicBezTo>
                  <a:lnTo>
                    <a:pt x="143211" y="624840"/>
                  </a:lnTo>
                  <a:cubicBezTo>
                    <a:pt x="151091" y="624840"/>
                    <a:pt x="157480" y="631229"/>
                    <a:pt x="157480" y="639109"/>
                  </a:cubicBezTo>
                  <a:lnTo>
                    <a:pt x="157480" y="798531"/>
                  </a:lnTo>
                  <a:cubicBezTo>
                    <a:pt x="157480" y="801421"/>
                    <a:pt x="159043" y="804086"/>
                    <a:pt x="161565" y="805497"/>
                  </a:cubicBezTo>
                  <a:cubicBezTo>
                    <a:pt x="164088" y="806908"/>
                    <a:pt x="167176" y="806845"/>
                    <a:pt x="169640" y="805333"/>
                  </a:cubicBezTo>
                  <a:lnTo>
                    <a:pt x="451390" y="632307"/>
                  </a:lnTo>
                  <a:cubicBezTo>
                    <a:pt x="459341" y="627425"/>
                    <a:pt x="468489" y="624840"/>
                    <a:pt x="477819" y="624840"/>
                  </a:cubicBezTo>
                  <a:lnTo>
                    <a:pt x="6780674" y="624840"/>
                  </a:lnTo>
                  <a:cubicBezTo>
                    <a:pt x="6788555" y="624840"/>
                    <a:pt x="6794944" y="618451"/>
                    <a:pt x="6794944" y="610571"/>
                  </a:cubicBezTo>
                  <a:lnTo>
                    <a:pt x="6794944" y="14269"/>
                  </a:lnTo>
                  <a:cubicBezTo>
                    <a:pt x="6794944" y="6389"/>
                    <a:pt x="6788555" y="0"/>
                    <a:pt x="6780674" y="0"/>
                  </a:cubicBezTo>
                  <a:close/>
                </a:path>
              </a:pathLst>
            </a:custGeom>
            <a:solidFill>
              <a:srgbClr val="CEA8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4104;p18"/>
            <p:cNvSpPr txBox="1"/>
            <p:nvPr/>
          </p:nvSpPr>
          <p:spPr>
            <a:xfrm>
              <a:off x="0" y="-47625"/>
              <a:ext cx="6794944" cy="6699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105" name="Google Shape;4105;p18"/>
          <p:cNvGrpSpPr/>
          <p:nvPr/>
        </p:nvGrpSpPr>
        <p:grpSpPr>
          <a:xfrm>
            <a:off x="552424" y="289701"/>
            <a:ext cx="14824831" cy="1864525"/>
            <a:chOff x="0" y="-47625"/>
            <a:chExt cx="6794944" cy="854603"/>
          </a:xfrm>
        </p:grpSpPr>
        <p:sp>
          <p:nvSpPr>
            <p:cNvPr id="4106" name="Google Shape;4106;p18"/>
            <p:cNvSpPr/>
            <p:nvPr/>
          </p:nvSpPr>
          <p:spPr>
            <a:xfrm>
              <a:off x="0" y="0"/>
              <a:ext cx="6794944" cy="806978"/>
            </a:xfrm>
            <a:custGeom>
              <a:avLst/>
              <a:gdLst/>
              <a:ahLst/>
              <a:cxnLst/>
              <a:rect l="l" t="t" r="r" b="b"/>
              <a:pathLst>
                <a:path w="6794944" h="806978" extrusionOk="0">
                  <a:moveTo>
                    <a:pt x="6780844" y="0"/>
                  </a:moveTo>
                  <a:lnTo>
                    <a:pt x="14100" y="0"/>
                  </a:lnTo>
                  <a:cubicBezTo>
                    <a:pt x="10361" y="0"/>
                    <a:pt x="6774" y="1486"/>
                    <a:pt x="4130" y="4130"/>
                  </a:cubicBezTo>
                  <a:cubicBezTo>
                    <a:pt x="1486" y="6774"/>
                    <a:pt x="0" y="10361"/>
                    <a:pt x="0" y="14100"/>
                  </a:cubicBezTo>
                  <a:lnTo>
                    <a:pt x="0" y="610740"/>
                  </a:lnTo>
                  <a:cubicBezTo>
                    <a:pt x="0" y="618527"/>
                    <a:pt x="6313" y="624840"/>
                    <a:pt x="14100" y="624840"/>
                  </a:cubicBezTo>
                  <a:lnTo>
                    <a:pt x="143380" y="624840"/>
                  </a:lnTo>
                  <a:cubicBezTo>
                    <a:pt x="147119" y="624840"/>
                    <a:pt x="150706" y="626326"/>
                    <a:pt x="153350" y="628970"/>
                  </a:cubicBezTo>
                  <a:cubicBezTo>
                    <a:pt x="155994" y="631614"/>
                    <a:pt x="157480" y="635201"/>
                    <a:pt x="157480" y="638940"/>
                  </a:cubicBezTo>
                  <a:lnTo>
                    <a:pt x="157480" y="798700"/>
                  </a:lnTo>
                  <a:cubicBezTo>
                    <a:pt x="157480" y="801556"/>
                    <a:pt x="159024" y="804189"/>
                    <a:pt x="161517" y="805584"/>
                  </a:cubicBezTo>
                  <a:cubicBezTo>
                    <a:pt x="164010" y="806978"/>
                    <a:pt x="167061" y="806916"/>
                    <a:pt x="169495" y="805421"/>
                  </a:cubicBezTo>
                  <a:lnTo>
                    <a:pt x="451535" y="632219"/>
                  </a:lnTo>
                  <a:cubicBezTo>
                    <a:pt x="459391" y="627394"/>
                    <a:pt x="468431" y="624840"/>
                    <a:pt x="477650" y="624840"/>
                  </a:cubicBezTo>
                  <a:lnTo>
                    <a:pt x="6780844" y="624840"/>
                  </a:lnTo>
                  <a:cubicBezTo>
                    <a:pt x="6784584" y="624840"/>
                    <a:pt x="6788170" y="623354"/>
                    <a:pt x="6790814" y="620710"/>
                  </a:cubicBezTo>
                  <a:cubicBezTo>
                    <a:pt x="6793459" y="618066"/>
                    <a:pt x="6794944" y="614479"/>
                    <a:pt x="6794944" y="610740"/>
                  </a:cubicBezTo>
                  <a:lnTo>
                    <a:pt x="6794944" y="14100"/>
                  </a:lnTo>
                  <a:cubicBezTo>
                    <a:pt x="6794944" y="10361"/>
                    <a:pt x="6793459" y="6774"/>
                    <a:pt x="6790814" y="4130"/>
                  </a:cubicBezTo>
                  <a:cubicBezTo>
                    <a:pt x="6788170" y="1486"/>
                    <a:pt x="6784584" y="0"/>
                    <a:pt x="678084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rnd" cmpd="sng">
              <a:solidFill>
                <a:srgbClr val="5612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18"/>
            <p:cNvSpPr txBox="1"/>
            <p:nvPr/>
          </p:nvSpPr>
          <p:spPr>
            <a:xfrm>
              <a:off x="0" y="-47625"/>
              <a:ext cx="6794944" cy="6699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4108" name="Google Shape;4108;p18"/>
          <p:cNvSpPr txBox="1">
            <a:spLocks noGrp="1"/>
          </p:cNvSpPr>
          <p:nvPr>
            <p:ph type="body" idx="1"/>
          </p:nvPr>
        </p:nvSpPr>
        <p:spPr>
          <a:xfrm>
            <a:off x="700548" y="593025"/>
            <a:ext cx="14099458" cy="833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561269"/>
              </a:buClr>
              <a:buSzPts val="5730"/>
              <a:buNone/>
              <a:defRPr sz="5730" cap="none">
                <a:solidFill>
                  <a:srgbClr val="561269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0" name="Google Shape;4110;p19"/>
          <p:cNvGrpSpPr/>
          <p:nvPr/>
        </p:nvGrpSpPr>
        <p:grpSpPr>
          <a:xfrm rot="-1380000">
            <a:off x="16751733" y="8993525"/>
            <a:ext cx="2842697" cy="2842697"/>
            <a:chOff x="0" y="0"/>
            <a:chExt cx="3790262" cy="3790262"/>
          </a:xfrm>
        </p:grpSpPr>
        <p:sp>
          <p:nvSpPr>
            <p:cNvPr id="4111" name="Google Shape;4111;p19"/>
            <p:cNvSpPr/>
            <p:nvPr/>
          </p:nvSpPr>
          <p:spPr>
            <a:xfrm>
              <a:off x="0" y="0"/>
              <a:ext cx="3790262" cy="3790262"/>
            </a:xfrm>
            <a:custGeom>
              <a:avLst/>
              <a:gdLst/>
              <a:ahLst/>
              <a:cxnLst/>
              <a:rect l="l" t="t" r="r" b="b"/>
              <a:pathLst>
                <a:path w="3790262" h="3790262" extrusionOk="0">
                  <a:moveTo>
                    <a:pt x="0" y="0"/>
                  </a:moveTo>
                  <a:lnTo>
                    <a:pt x="3790262" y="0"/>
                  </a:lnTo>
                  <a:lnTo>
                    <a:pt x="3790262" y="3790262"/>
                  </a:lnTo>
                  <a:lnTo>
                    <a:pt x="0" y="379026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112" name="Google Shape;4112;p19"/>
            <p:cNvSpPr/>
            <p:nvPr/>
          </p:nvSpPr>
          <p:spPr>
            <a:xfrm>
              <a:off x="327154" y="318381"/>
              <a:ext cx="3135954" cy="3135954"/>
            </a:xfrm>
            <a:custGeom>
              <a:avLst/>
              <a:gdLst/>
              <a:ahLst/>
              <a:cxnLst/>
              <a:rect l="l" t="t" r="r" b="b"/>
              <a:pathLst>
                <a:path w="3135954" h="3135954" extrusionOk="0">
                  <a:moveTo>
                    <a:pt x="0" y="0"/>
                  </a:moveTo>
                  <a:lnTo>
                    <a:pt x="3135954" y="0"/>
                  </a:lnTo>
                  <a:lnTo>
                    <a:pt x="3135954" y="3135953"/>
                  </a:lnTo>
                  <a:lnTo>
                    <a:pt x="0" y="31359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113" name="Google Shape;4113;p19"/>
            <p:cNvSpPr/>
            <p:nvPr/>
          </p:nvSpPr>
          <p:spPr>
            <a:xfrm>
              <a:off x="707550" y="698776"/>
              <a:ext cx="2375162" cy="2375162"/>
            </a:xfrm>
            <a:custGeom>
              <a:avLst/>
              <a:gdLst/>
              <a:ahLst/>
              <a:cxnLst/>
              <a:rect l="l" t="t" r="r" b="b"/>
              <a:pathLst>
                <a:path w="2375162" h="2375162" extrusionOk="0">
                  <a:moveTo>
                    <a:pt x="0" y="0"/>
                  </a:moveTo>
                  <a:lnTo>
                    <a:pt x="2375162" y="0"/>
                  </a:lnTo>
                  <a:lnTo>
                    <a:pt x="2375162" y="2375163"/>
                  </a:lnTo>
                  <a:lnTo>
                    <a:pt x="0" y="237516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grpSp>
        <p:nvGrpSpPr>
          <p:cNvPr id="4114" name="Google Shape;4114;p19"/>
          <p:cNvGrpSpPr/>
          <p:nvPr/>
        </p:nvGrpSpPr>
        <p:grpSpPr>
          <a:xfrm>
            <a:off x="16451663" y="-1498147"/>
            <a:ext cx="3006129" cy="2829716"/>
            <a:chOff x="170920" y="170920"/>
            <a:chExt cx="4008172" cy="3772955"/>
          </a:xfrm>
        </p:grpSpPr>
        <p:grpSp>
          <p:nvGrpSpPr>
            <p:cNvPr id="4115" name="Google Shape;4115;p19"/>
            <p:cNvGrpSpPr/>
            <p:nvPr/>
          </p:nvGrpSpPr>
          <p:grpSpPr>
            <a:xfrm>
              <a:off x="406137" y="170920"/>
              <a:ext cx="3772955" cy="3772955"/>
              <a:chOff x="33762" y="33762"/>
              <a:chExt cx="745275" cy="745275"/>
            </a:xfrm>
          </p:grpSpPr>
          <p:sp>
            <p:nvSpPr>
              <p:cNvPr id="4116" name="Google Shape;4116;p19"/>
              <p:cNvSpPr/>
              <p:nvPr/>
            </p:nvSpPr>
            <p:spPr>
              <a:xfrm>
                <a:off x="33762" y="33762"/>
                <a:ext cx="745275" cy="745275"/>
              </a:xfrm>
              <a:custGeom>
                <a:avLst/>
                <a:gdLst/>
                <a:ahLst/>
                <a:cxnLst/>
                <a:rect l="l" t="t" r="r" b="b"/>
                <a:pathLst>
                  <a:path w="745275" h="745275" extrusionOk="0">
                    <a:moveTo>
                      <a:pt x="425740" y="23054"/>
                    </a:moveTo>
                    <a:lnTo>
                      <a:pt x="436178" y="34223"/>
                    </a:lnTo>
                    <a:cubicBezTo>
                      <a:pt x="469920" y="70325"/>
                      <a:pt x="517617" y="90082"/>
                      <a:pt x="567003" y="88413"/>
                    </a:cubicBezTo>
                    <a:lnTo>
                      <a:pt x="582282" y="87896"/>
                    </a:lnTo>
                    <a:cubicBezTo>
                      <a:pt x="602400" y="87217"/>
                      <a:pt x="621899" y="94910"/>
                      <a:pt x="636132" y="109143"/>
                    </a:cubicBezTo>
                    <a:cubicBezTo>
                      <a:pt x="650366" y="123377"/>
                      <a:pt x="658059" y="142876"/>
                      <a:pt x="657379" y="162993"/>
                    </a:cubicBezTo>
                    <a:lnTo>
                      <a:pt x="656863" y="178273"/>
                    </a:lnTo>
                    <a:cubicBezTo>
                      <a:pt x="655194" y="227659"/>
                      <a:pt x="674951" y="275356"/>
                      <a:pt x="711053" y="309098"/>
                    </a:cubicBezTo>
                    <a:lnTo>
                      <a:pt x="722222" y="319537"/>
                    </a:lnTo>
                    <a:cubicBezTo>
                      <a:pt x="736928" y="333281"/>
                      <a:pt x="745275" y="352509"/>
                      <a:pt x="745275" y="372638"/>
                    </a:cubicBezTo>
                    <a:cubicBezTo>
                      <a:pt x="745275" y="392767"/>
                      <a:pt x="736928" y="411995"/>
                      <a:pt x="722222" y="425739"/>
                    </a:cubicBezTo>
                    <a:lnTo>
                      <a:pt x="711053" y="436178"/>
                    </a:lnTo>
                    <a:cubicBezTo>
                      <a:pt x="674951" y="469920"/>
                      <a:pt x="655194" y="517617"/>
                      <a:pt x="656863" y="567003"/>
                    </a:cubicBezTo>
                    <a:lnTo>
                      <a:pt x="657379" y="582282"/>
                    </a:lnTo>
                    <a:cubicBezTo>
                      <a:pt x="658059" y="602400"/>
                      <a:pt x="650366" y="621899"/>
                      <a:pt x="636132" y="636132"/>
                    </a:cubicBezTo>
                    <a:cubicBezTo>
                      <a:pt x="621899" y="650366"/>
                      <a:pt x="602400" y="658059"/>
                      <a:pt x="582282" y="657379"/>
                    </a:cubicBezTo>
                    <a:lnTo>
                      <a:pt x="567003" y="656863"/>
                    </a:lnTo>
                    <a:cubicBezTo>
                      <a:pt x="517617" y="655194"/>
                      <a:pt x="469920" y="674951"/>
                      <a:pt x="436178" y="711053"/>
                    </a:cubicBezTo>
                    <a:lnTo>
                      <a:pt x="425739" y="722222"/>
                    </a:lnTo>
                    <a:cubicBezTo>
                      <a:pt x="411995" y="736928"/>
                      <a:pt x="392767" y="745275"/>
                      <a:pt x="372638" y="745275"/>
                    </a:cubicBezTo>
                    <a:cubicBezTo>
                      <a:pt x="352509" y="745275"/>
                      <a:pt x="333281" y="736928"/>
                      <a:pt x="319537" y="722222"/>
                    </a:cubicBezTo>
                    <a:lnTo>
                      <a:pt x="309098" y="711053"/>
                    </a:lnTo>
                    <a:cubicBezTo>
                      <a:pt x="275356" y="674951"/>
                      <a:pt x="227659" y="655194"/>
                      <a:pt x="178273" y="656863"/>
                    </a:cubicBezTo>
                    <a:lnTo>
                      <a:pt x="162993" y="657379"/>
                    </a:lnTo>
                    <a:cubicBezTo>
                      <a:pt x="142876" y="658059"/>
                      <a:pt x="123377" y="650366"/>
                      <a:pt x="109143" y="636132"/>
                    </a:cubicBezTo>
                    <a:cubicBezTo>
                      <a:pt x="94910" y="621899"/>
                      <a:pt x="87217" y="602400"/>
                      <a:pt x="87896" y="582282"/>
                    </a:cubicBezTo>
                    <a:lnTo>
                      <a:pt x="88413" y="567003"/>
                    </a:lnTo>
                    <a:cubicBezTo>
                      <a:pt x="90082" y="517617"/>
                      <a:pt x="70325" y="469920"/>
                      <a:pt x="34223" y="436178"/>
                    </a:cubicBezTo>
                    <a:lnTo>
                      <a:pt x="23054" y="425740"/>
                    </a:lnTo>
                    <a:cubicBezTo>
                      <a:pt x="8348" y="411995"/>
                      <a:pt x="0" y="392767"/>
                      <a:pt x="0" y="372638"/>
                    </a:cubicBezTo>
                    <a:cubicBezTo>
                      <a:pt x="0" y="352509"/>
                      <a:pt x="8348" y="333281"/>
                      <a:pt x="23054" y="319537"/>
                    </a:cubicBezTo>
                    <a:lnTo>
                      <a:pt x="34223" y="309098"/>
                    </a:lnTo>
                    <a:cubicBezTo>
                      <a:pt x="70325" y="275356"/>
                      <a:pt x="90082" y="227659"/>
                      <a:pt x="88413" y="178273"/>
                    </a:cubicBezTo>
                    <a:lnTo>
                      <a:pt x="87896" y="162993"/>
                    </a:lnTo>
                    <a:cubicBezTo>
                      <a:pt x="87217" y="142876"/>
                      <a:pt x="94910" y="123377"/>
                      <a:pt x="109143" y="109143"/>
                    </a:cubicBezTo>
                    <a:cubicBezTo>
                      <a:pt x="123377" y="94910"/>
                      <a:pt x="142876" y="87217"/>
                      <a:pt x="162993" y="87896"/>
                    </a:cubicBezTo>
                    <a:lnTo>
                      <a:pt x="178273" y="88413"/>
                    </a:lnTo>
                    <a:cubicBezTo>
                      <a:pt x="227659" y="90082"/>
                      <a:pt x="275356" y="70325"/>
                      <a:pt x="309098" y="34223"/>
                    </a:cubicBezTo>
                    <a:lnTo>
                      <a:pt x="319537" y="23054"/>
                    </a:lnTo>
                    <a:cubicBezTo>
                      <a:pt x="333281" y="8348"/>
                      <a:pt x="352509" y="0"/>
                      <a:pt x="372638" y="0"/>
                    </a:cubicBezTo>
                    <a:cubicBezTo>
                      <a:pt x="392767" y="0"/>
                      <a:pt x="411995" y="8348"/>
                      <a:pt x="425740" y="2305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 cmpd="sng">
                <a:solidFill>
                  <a:srgbClr val="CEA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7" name="Google Shape;4117;p19"/>
              <p:cNvSpPr txBox="1"/>
              <p:nvPr/>
            </p:nvSpPr>
            <p:spPr>
              <a:xfrm>
                <a:off x="127000" y="79375"/>
                <a:ext cx="558800" cy="606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118" name="Google Shape;4118;p19"/>
            <p:cNvGrpSpPr/>
            <p:nvPr/>
          </p:nvGrpSpPr>
          <p:grpSpPr>
            <a:xfrm>
              <a:off x="170920" y="170920"/>
              <a:ext cx="3772955" cy="3772955"/>
              <a:chOff x="33762" y="33762"/>
              <a:chExt cx="745275" cy="745275"/>
            </a:xfrm>
          </p:grpSpPr>
          <p:sp>
            <p:nvSpPr>
              <p:cNvPr id="4119" name="Google Shape;4119;p19"/>
              <p:cNvSpPr/>
              <p:nvPr/>
            </p:nvSpPr>
            <p:spPr>
              <a:xfrm>
                <a:off x="33762" y="33762"/>
                <a:ext cx="745275" cy="745275"/>
              </a:xfrm>
              <a:custGeom>
                <a:avLst/>
                <a:gdLst/>
                <a:ahLst/>
                <a:cxnLst/>
                <a:rect l="l" t="t" r="r" b="b"/>
                <a:pathLst>
                  <a:path w="745275" h="745275" extrusionOk="0">
                    <a:moveTo>
                      <a:pt x="425740" y="23054"/>
                    </a:moveTo>
                    <a:lnTo>
                      <a:pt x="436178" y="34223"/>
                    </a:lnTo>
                    <a:cubicBezTo>
                      <a:pt x="469920" y="70325"/>
                      <a:pt x="517617" y="90082"/>
                      <a:pt x="567003" y="88413"/>
                    </a:cubicBezTo>
                    <a:lnTo>
                      <a:pt x="582282" y="87896"/>
                    </a:lnTo>
                    <a:cubicBezTo>
                      <a:pt x="602400" y="87217"/>
                      <a:pt x="621899" y="94910"/>
                      <a:pt x="636132" y="109143"/>
                    </a:cubicBezTo>
                    <a:cubicBezTo>
                      <a:pt x="650366" y="123377"/>
                      <a:pt x="658059" y="142876"/>
                      <a:pt x="657379" y="162993"/>
                    </a:cubicBezTo>
                    <a:lnTo>
                      <a:pt x="656863" y="178273"/>
                    </a:lnTo>
                    <a:cubicBezTo>
                      <a:pt x="655194" y="227659"/>
                      <a:pt x="674951" y="275356"/>
                      <a:pt x="711053" y="309098"/>
                    </a:cubicBezTo>
                    <a:lnTo>
                      <a:pt x="722222" y="319537"/>
                    </a:lnTo>
                    <a:cubicBezTo>
                      <a:pt x="736928" y="333281"/>
                      <a:pt x="745275" y="352509"/>
                      <a:pt x="745275" y="372638"/>
                    </a:cubicBezTo>
                    <a:cubicBezTo>
                      <a:pt x="745275" y="392767"/>
                      <a:pt x="736928" y="411995"/>
                      <a:pt x="722222" y="425739"/>
                    </a:cubicBezTo>
                    <a:lnTo>
                      <a:pt x="711053" y="436178"/>
                    </a:lnTo>
                    <a:cubicBezTo>
                      <a:pt x="674951" y="469920"/>
                      <a:pt x="655194" y="517617"/>
                      <a:pt x="656863" y="567003"/>
                    </a:cubicBezTo>
                    <a:lnTo>
                      <a:pt x="657379" y="582282"/>
                    </a:lnTo>
                    <a:cubicBezTo>
                      <a:pt x="658059" y="602400"/>
                      <a:pt x="650366" y="621899"/>
                      <a:pt x="636132" y="636132"/>
                    </a:cubicBezTo>
                    <a:cubicBezTo>
                      <a:pt x="621899" y="650366"/>
                      <a:pt x="602400" y="658059"/>
                      <a:pt x="582282" y="657379"/>
                    </a:cubicBezTo>
                    <a:lnTo>
                      <a:pt x="567003" y="656863"/>
                    </a:lnTo>
                    <a:cubicBezTo>
                      <a:pt x="517617" y="655194"/>
                      <a:pt x="469920" y="674951"/>
                      <a:pt x="436178" y="711053"/>
                    </a:cubicBezTo>
                    <a:lnTo>
                      <a:pt x="425739" y="722222"/>
                    </a:lnTo>
                    <a:cubicBezTo>
                      <a:pt x="411995" y="736928"/>
                      <a:pt x="392767" y="745275"/>
                      <a:pt x="372638" y="745275"/>
                    </a:cubicBezTo>
                    <a:cubicBezTo>
                      <a:pt x="352509" y="745275"/>
                      <a:pt x="333281" y="736928"/>
                      <a:pt x="319537" y="722222"/>
                    </a:cubicBezTo>
                    <a:lnTo>
                      <a:pt x="309098" y="711053"/>
                    </a:lnTo>
                    <a:cubicBezTo>
                      <a:pt x="275356" y="674951"/>
                      <a:pt x="227659" y="655194"/>
                      <a:pt x="178273" y="656863"/>
                    </a:cubicBezTo>
                    <a:lnTo>
                      <a:pt x="162993" y="657379"/>
                    </a:lnTo>
                    <a:cubicBezTo>
                      <a:pt x="142876" y="658059"/>
                      <a:pt x="123377" y="650366"/>
                      <a:pt x="109143" y="636132"/>
                    </a:cubicBezTo>
                    <a:cubicBezTo>
                      <a:pt x="94910" y="621899"/>
                      <a:pt x="87217" y="602400"/>
                      <a:pt x="87896" y="582282"/>
                    </a:cubicBezTo>
                    <a:lnTo>
                      <a:pt x="88413" y="567003"/>
                    </a:lnTo>
                    <a:cubicBezTo>
                      <a:pt x="90082" y="517617"/>
                      <a:pt x="70325" y="469920"/>
                      <a:pt x="34223" y="436178"/>
                    </a:cubicBezTo>
                    <a:lnTo>
                      <a:pt x="23054" y="425740"/>
                    </a:lnTo>
                    <a:cubicBezTo>
                      <a:pt x="8348" y="411995"/>
                      <a:pt x="0" y="392767"/>
                      <a:pt x="0" y="372638"/>
                    </a:cubicBezTo>
                    <a:cubicBezTo>
                      <a:pt x="0" y="352509"/>
                      <a:pt x="8348" y="333281"/>
                      <a:pt x="23054" y="319537"/>
                    </a:cubicBezTo>
                    <a:lnTo>
                      <a:pt x="34223" y="309098"/>
                    </a:lnTo>
                    <a:cubicBezTo>
                      <a:pt x="70325" y="275356"/>
                      <a:pt x="90082" y="227659"/>
                      <a:pt x="88413" y="178273"/>
                    </a:cubicBezTo>
                    <a:lnTo>
                      <a:pt x="87896" y="162993"/>
                    </a:lnTo>
                    <a:cubicBezTo>
                      <a:pt x="87217" y="142876"/>
                      <a:pt x="94910" y="123377"/>
                      <a:pt x="109143" y="109143"/>
                    </a:cubicBezTo>
                    <a:cubicBezTo>
                      <a:pt x="123377" y="94910"/>
                      <a:pt x="142876" y="87217"/>
                      <a:pt x="162993" y="87896"/>
                    </a:cubicBezTo>
                    <a:lnTo>
                      <a:pt x="178273" y="88413"/>
                    </a:lnTo>
                    <a:cubicBezTo>
                      <a:pt x="227659" y="90082"/>
                      <a:pt x="275356" y="70325"/>
                      <a:pt x="309098" y="34223"/>
                    </a:cubicBezTo>
                    <a:lnTo>
                      <a:pt x="319537" y="23054"/>
                    </a:lnTo>
                    <a:cubicBezTo>
                      <a:pt x="333281" y="8348"/>
                      <a:pt x="352509" y="0"/>
                      <a:pt x="372638" y="0"/>
                    </a:cubicBezTo>
                    <a:cubicBezTo>
                      <a:pt x="392767" y="0"/>
                      <a:pt x="411995" y="8348"/>
                      <a:pt x="425740" y="2305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 cmpd="sng">
                <a:solidFill>
                  <a:srgbClr val="56126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0" name="Google Shape;4120;p19"/>
              <p:cNvSpPr txBox="1"/>
              <p:nvPr/>
            </p:nvSpPr>
            <p:spPr>
              <a:xfrm>
                <a:off x="127000" y="79375"/>
                <a:ext cx="558800" cy="606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4121" name="Google Shape;4121;p19"/>
          <p:cNvGrpSpPr/>
          <p:nvPr/>
        </p:nvGrpSpPr>
        <p:grpSpPr>
          <a:xfrm>
            <a:off x="17289485" y="1062856"/>
            <a:ext cx="996032" cy="3511544"/>
            <a:chOff x="0" y="0"/>
            <a:chExt cx="1328042" cy="4682059"/>
          </a:xfrm>
        </p:grpSpPr>
        <p:grpSp>
          <p:nvGrpSpPr>
            <p:cNvPr id="4122" name="Google Shape;4122;p19"/>
            <p:cNvGrpSpPr/>
            <p:nvPr/>
          </p:nvGrpSpPr>
          <p:grpSpPr>
            <a:xfrm>
              <a:off x="944503" y="670492"/>
              <a:ext cx="147414" cy="147414"/>
              <a:chOff x="0" y="0"/>
              <a:chExt cx="812800" cy="812800"/>
            </a:xfrm>
          </p:grpSpPr>
          <p:sp>
            <p:nvSpPr>
              <p:cNvPr id="4123" name="Google Shape;4123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4" name="Google Shape;4124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125" name="Google Shape;4125;p19"/>
            <p:cNvGrpSpPr/>
            <p:nvPr/>
          </p:nvGrpSpPr>
          <p:grpSpPr>
            <a:xfrm>
              <a:off x="1180628" y="670492"/>
              <a:ext cx="147414" cy="147414"/>
              <a:chOff x="0" y="0"/>
              <a:chExt cx="812800" cy="812800"/>
            </a:xfrm>
          </p:grpSpPr>
          <p:sp>
            <p:nvSpPr>
              <p:cNvPr id="4126" name="Google Shape;4126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7" name="Google Shape;4127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128" name="Google Shape;4128;p19"/>
            <p:cNvGrpSpPr/>
            <p:nvPr/>
          </p:nvGrpSpPr>
          <p:grpSpPr>
            <a:xfrm>
              <a:off x="1180628" y="912001"/>
              <a:ext cx="147414" cy="147414"/>
              <a:chOff x="0" y="0"/>
              <a:chExt cx="812800" cy="812800"/>
            </a:xfrm>
          </p:grpSpPr>
          <p:sp>
            <p:nvSpPr>
              <p:cNvPr id="4129" name="Google Shape;4129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0" name="Google Shape;4130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131" name="Google Shape;4131;p19"/>
            <p:cNvGrpSpPr/>
            <p:nvPr/>
          </p:nvGrpSpPr>
          <p:grpSpPr>
            <a:xfrm>
              <a:off x="944503" y="912001"/>
              <a:ext cx="147414" cy="147414"/>
              <a:chOff x="0" y="0"/>
              <a:chExt cx="812800" cy="812800"/>
            </a:xfrm>
          </p:grpSpPr>
          <p:sp>
            <p:nvSpPr>
              <p:cNvPr id="4132" name="Google Shape;4132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3" name="Google Shape;4133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134" name="Google Shape;4134;p19"/>
            <p:cNvGrpSpPr/>
            <p:nvPr/>
          </p:nvGrpSpPr>
          <p:grpSpPr>
            <a:xfrm>
              <a:off x="944503" y="1153511"/>
              <a:ext cx="147414" cy="147414"/>
              <a:chOff x="0" y="0"/>
              <a:chExt cx="812800" cy="812800"/>
            </a:xfrm>
          </p:grpSpPr>
          <p:sp>
            <p:nvSpPr>
              <p:cNvPr id="4135" name="Google Shape;4135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6" name="Google Shape;4136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137" name="Google Shape;4137;p19"/>
            <p:cNvGrpSpPr/>
            <p:nvPr/>
          </p:nvGrpSpPr>
          <p:grpSpPr>
            <a:xfrm>
              <a:off x="1180628" y="1153511"/>
              <a:ext cx="147414" cy="147414"/>
              <a:chOff x="0" y="0"/>
              <a:chExt cx="812800" cy="812800"/>
            </a:xfrm>
          </p:grpSpPr>
          <p:sp>
            <p:nvSpPr>
              <p:cNvPr id="4138" name="Google Shape;4138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9" name="Google Shape;4139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140" name="Google Shape;4140;p19"/>
            <p:cNvGrpSpPr/>
            <p:nvPr/>
          </p:nvGrpSpPr>
          <p:grpSpPr>
            <a:xfrm>
              <a:off x="1180628" y="1395021"/>
              <a:ext cx="147414" cy="147414"/>
              <a:chOff x="0" y="0"/>
              <a:chExt cx="812800" cy="812800"/>
            </a:xfrm>
          </p:grpSpPr>
          <p:sp>
            <p:nvSpPr>
              <p:cNvPr id="4141" name="Google Shape;4141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2" name="Google Shape;4142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143" name="Google Shape;4143;p19"/>
            <p:cNvGrpSpPr/>
            <p:nvPr/>
          </p:nvGrpSpPr>
          <p:grpSpPr>
            <a:xfrm>
              <a:off x="944503" y="1395021"/>
              <a:ext cx="147414" cy="147414"/>
              <a:chOff x="0" y="0"/>
              <a:chExt cx="812800" cy="812800"/>
            </a:xfrm>
          </p:grpSpPr>
          <p:sp>
            <p:nvSpPr>
              <p:cNvPr id="4144" name="Google Shape;4144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5" name="Google Shape;4145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146" name="Google Shape;4146;p19"/>
            <p:cNvGrpSpPr/>
            <p:nvPr/>
          </p:nvGrpSpPr>
          <p:grpSpPr>
            <a:xfrm>
              <a:off x="944503" y="1636530"/>
              <a:ext cx="147414" cy="147414"/>
              <a:chOff x="0" y="0"/>
              <a:chExt cx="812800" cy="812800"/>
            </a:xfrm>
          </p:grpSpPr>
          <p:sp>
            <p:nvSpPr>
              <p:cNvPr id="4147" name="Google Shape;4147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8" name="Google Shape;4148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149" name="Google Shape;4149;p19"/>
            <p:cNvGrpSpPr/>
            <p:nvPr/>
          </p:nvGrpSpPr>
          <p:grpSpPr>
            <a:xfrm>
              <a:off x="1180628" y="1636530"/>
              <a:ext cx="147414" cy="147414"/>
              <a:chOff x="0" y="0"/>
              <a:chExt cx="812800" cy="812800"/>
            </a:xfrm>
          </p:grpSpPr>
          <p:sp>
            <p:nvSpPr>
              <p:cNvPr id="4150" name="Google Shape;4150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1" name="Google Shape;4151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152" name="Google Shape;4152;p19"/>
            <p:cNvGrpSpPr/>
            <p:nvPr/>
          </p:nvGrpSpPr>
          <p:grpSpPr>
            <a:xfrm>
              <a:off x="1180628" y="1878040"/>
              <a:ext cx="147414" cy="147414"/>
              <a:chOff x="0" y="0"/>
              <a:chExt cx="812800" cy="812800"/>
            </a:xfrm>
          </p:grpSpPr>
          <p:sp>
            <p:nvSpPr>
              <p:cNvPr id="4153" name="Google Shape;4153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4" name="Google Shape;4154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155" name="Google Shape;4155;p19"/>
            <p:cNvGrpSpPr/>
            <p:nvPr/>
          </p:nvGrpSpPr>
          <p:grpSpPr>
            <a:xfrm>
              <a:off x="944503" y="1878040"/>
              <a:ext cx="147414" cy="147414"/>
              <a:chOff x="0" y="0"/>
              <a:chExt cx="812800" cy="812800"/>
            </a:xfrm>
          </p:grpSpPr>
          <p:sp>
            <p:nvSpPr>
              <p:cNvPr id="4156" name="Google Shape;4156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7" name="Google Shape;4157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158" name="Google Shape;4158;p19"/>
            <p:cNvGrpSpPr/>
            <p:nvPr/>
          </p:nvGrpSpPr>
          <p:grpSpPr>
            <a:xfrm>
              <a:off x="944503" y="2119549"/>
              <a:ext cx="147414" cy="147414"/>
              <a:chOff x="0" y="0"/>
              <a:chExt cx="812800" cy="812800"/>
            </a:xfrm>
          </p:grpSpPr>
          <p:sp>
            <p:nvSpPr>
              <p:cNvPr id="4159" name="Google Shape;4159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0" name="Google Shape;4160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161" name="Google Shape;4161;p19"/>
            <p:cNvGrpSpPr/>
            <p:nvPr/>
          </p:nvGrpSpPr>
          <p:grpSpPr>
            <a:xfrm>
              <a:off x="1180628" y="2119549"/>
              <a:ext cx="147414" cy="147414"/>
              <a:chOff x="0" y="0"/>
              <a:chExt cx="812800" cy="812800"/>
            </a:xfrm>
          </p:grpSpPr>
          <p:sp>
            <p:nvSpPr>
              <p:cNvPr id="4162" name="Google Shape;4162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3" name="Google Shape;4163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164" name="Google Shape;4164;p19"/>
            <p:cNvGrpSpPr/>
            <p:nvPr/>
          </p:nvGrpSpPr>
          <p:grpSpPr>
            <a:xfrm>
              <a:off x="1180628" y="2361059"/>
              <a:ext cx="147414" cy="147414"/>
              <a:chOff x="0" y="0"/>
              <a:chExt cx="812800" cy="812800"/>
            </a:xfrm>
          </p:grpSpPr>
          <p:sp>
            <p:nvSpPr>
              <p:cNvPr id="4165" name="Google Shape;4165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6" name="Google Shape;4166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167" name="Google Shape;4167;p19"/>
            <p:cNvGrpSpPr/>
            <p:nvPr/>
          </p:nvGrpSpPr>
          <p:grpSpPr>
            <a:xfrm>
              <a:off x="944503" y="2361059"/>
              <a:ext cx="147414" cy="147414"/>
              <a:chOff x="0" y="0"/>
              <a:chExt cx="812800" cy="812800"/>
            </a:xfrm>
          </p:grpSpPr>
          <p:sp>
            <p:nvSpPr>
              <p:cNvPr id="4168" name="Google Shape;4168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9" name="Google Shape;4169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170" name="Google Shape;4170;p19"/>
            <p:cNvGrpSpPr/>
            <p:nvPr/>
          </p:nvGrpSpPr>
          <p:grpSpPr>
            <a:xfrm>
              <a:off x="944503" y="2602569"/>
              <a:ext cx="147414" cy="147414"/>
              <a:chOff x="0" y="0"/>
              <a:chExt cx="812800" cy="812800"/>
            </a:xfrm>
          </p:grpSpPr>
          <p:sp>
            <p:nvSpPr>
              <p:cNvPr id="4171" name="Google Shape;4171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2" name="Google Shape;4172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173" name="Google Shape;4173;p19"/>
            <p:cNvGrpSpPr/>
            <p:nvPr/>
          </p:nvGrpSpPr>
          <p:grpSpPr>
            <a:xfrm>
              <a:off x="1180628" y="2602569"/>
              <a:ext cx="147414" cy="147414"/>
              <a:chOff x="0" y="0"/>
              <a:chExt cx="812800" cy="812800"/>
            </a:xfrm>
          </p:grpSpPr>
          <p:sp>
            <p:nvSpPr>
              <p:cNvPr id="4174" name="Google Shape;4174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5" name="Google Shape;4175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176" name="Google Shape;4176;p19"/>
            <p:cNvGrpSpPr/>
            <p:nvPr/>
          </p:nvGrpSpPr>
          <p:grpSpPr>
            <a:xfrm>
              <a:off x="1180628" y="2844078"/>
              <a:ext cx="147414" cy="147414"/>
              <a:chOff x="0" y="0"/>
              <a:chExt cx="812800" cy="812800"/>
            </a:xfrm>
          </p:grpSpPr>
          <p:sp>
            <p:nvSpPr>
              <p:cNvPr id="4177" name="Google Shape;4177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8" name="Google Shape;4178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179" name="Google Shape;4179;p19"/>
            <p:cNvGrpSpPr/>
            <p:nvPr/>
          </p:nvGrpSpPr>
          <p:grpSpPr>
            <a:xfrm>
              <a:off x="944503" y="2844078"/>
              <a:ext cx="147414" cy="147414"/>
              <a:chOff x="0" y="0"/>
              <a:chExt cx="812800" cy="812800"/>
            </a:xfrm>
          </p:grpSpPr>
          <p:sp>
            <p:nvSpPr>
              <p:cNvPr id="4180" name="Google Shape;4180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1" name="Google Shape;4181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182" name="Google Shape;4182;p19"/>
            <p:cNvGrpSpPr/>
            <p:nvPr/>
          </p:nvGrpSpPr>
          <p:grpSpPr>
            <a:xfrm>
              <a:off x="944503" y="3085588"/>
              <a:ext cx="147414" cy="147414"/>
              <a:chOff x="0" y="0"/>
              <a:chExt cx="812800" cy="812800"/>
            </a:xfrm>
          </p:grpSpPr>
          <p:sp>
            <p:nvSpPr>
              <p:cNvPr id="4183" name="Google Shape;4183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4" name="Google Shape;4184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185" name="Google Shape;4185;p19"/>
            <p:cNvGrpSpPr/>
            <p:nvPr/>
          </p:nvGrpSpPr>
          <p:grpSpPr>
            <a:xfrm>
              <a:off x="1180628" y="3085588"/>
              <a:ext cx="147414" cy="147414"/>
              <a:chOff x="0" y="0"/>
              <a:chExt cx="812800" cy="812800"/>
            </a:xfrm>
          </p:grpSpPr>
          <p:sp>
            <p:nvSpPr>
              <p:cNvPr id="4186" name="Google Shape;4186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7" name="Google Shape;4187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188" name="Google Shape;4188;p19"/>
            <p:cNvGrpSpPr/>
            <p:nvPr/>
          </p:nvGrpSpPr>
          <p:grpSpPr>
            <a:xfrm>
              <a:off x="1180628" y="3327097"/>
              <a:ext cx="147414" cy="147414"/>
              <a:chOff x="0" y="0"/>
              <a:chExt cx="812800" cy="812800"/>
            </a:xfrm>
          </p:grpSpPr>
          <p:sp>
            <p:nvSpPr>
              <p:cNvPr id="4189" name="Google Shape;4189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0" name="Google Shape;4190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191" name="Google Shape;4191;p19"/>
            <p:cNvGrpSpPr/>
            <p:nvPr/>
          </p:nvGrpSpPr>
          <p:grpSpPr>
            <a:xfrm>
              <a:off x="944503" y="3327097"/>
              <a:ext cx="147414" cy="147414"/>
              <a:chOff x="0" y="0"/>
              <a:chExt cx="812800" cy="812800"/>
            </a:xfrm>
          </p:grpSpPr>
          <p:sp>
            <p:nvSpPr>
              <p:cNvPr id="4192" name="Google Shape;4192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3" name="Google Shape;4193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194" name="Google Shape;4194;p19"/>
            <p:cNvGrpSpPr/>
            <p:nvPr/>
          </p:nvGrpSpPr>
          <p:grpSpPr>
            <a:xfrm>
              <a:off x="944503" y="3568607"/>
              <a:ext cx="147414" cy="147414"/>
              <a:chOff x="0" y="0"/>
              <a:chExt cx="812800" cy="812800"/>
            </a:xfrm>
          </p:grpSpPr>
          <p:sp>
            <p:nvSpPr>
              <p:cNvPr id="4195" name="Google Shape;4195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6" name="Google Shape;4196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197" name="Google Shape;4197;p19"/>
            <p:cNvGrpSpPr/>
            <p:nvPr/>
          </p:nvGrpSpPr>
          <p:grpSpPr>
            <a:xfrm>
              <a:off x="1180628" y="3568607"/>
              <a:ext cx="147414" cy="147414"/>
              <a:chOff x="0" y="0"/>
              <a:chExt cx="812800" cy="812800"/>
            </a:xfrm>
          </p:grpSpPr>
          <p:sp>
            <p:nvSpPr>
              <p:cNvPr id="4198" name="Google Shape;4198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9" name="Google Shape;4199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00" name="Google Shape;4200;p19"/>
            <p:cNvGrpSpPr/>
            <p:nvPr/>
          </p:nvGrpSpPr>
          <p:grpSpPr>
            <a:xfrm>
              <a:off x="1180628" y="3810117"/>
              <a:ext cx="147414" cy="147414"/>
              <a:chOff x="0" y="0"/>
              <a:chExt cx="812800" cy="812800"/>
            </a:xfrm>
          </p:grpSpPr>
          <p:sp>
            <p:nvSpPr>
              <p:cNvPr id="4201" name="Google Shape;4201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2" name="Google Shape;4202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03" name="Google Shape;4203;p19"/>
            <p:cNvGrpSpPr/>
            <p:nvPr/>
          </p:nvGrpSpPr>
          <p:grpSpPr>
            <a:xfrm>
              <a:off x="944503" y="3810117"/>
              <a:ext cx="147414" cy="147414"/>
              <a:chOff x="0" y="0"/>
              <a:chExt cx="812800" cy="812800"/>
            </a:xfrm>
          </p:grpSpPr>
          <p:sp>
            <p:nvSpPr>
              <p:cNvPr id="4204" name="Google Shape;4204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5" name="Google Shape;4205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06" name="Google Shape;4206;p19"/>
            <p:cNvGrpSpPr/>
            <p:nvPr/>
          </p:nvGrpSpPr>
          <p:grpSpPr>
            <a:xfrm>
              <a:off x="944503" y="4051626"/>
              <a:ext cx="147414" cy="147414"/>
              <a:chOff x="0" y="0"/>
              <a:chExt cx="812800" cy="812800"/>
            </a:xfrm>
          </p:grpSpPr>
          <p:sp>
            <p:nvSpPr>
              <p:cNvPr id="4207" name="Google Shape;4207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8" name="Google Shape;4208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09" name="Google Shape;4209;p19"/>
            <p:cNvGrpSpPr/>
            <p:nvPr/>
          </p:nvGrpSpPr>
          <p:grpSpPr>
            <a:xfrm>
              <a:off x="1180628" y="4051626"/>
              <a:ext cx="147414" cy="147414"/>
              <a:chOff x="0" y="0"/>
              <a:chExt cx="812800" cy="812800"/>
            </a:xfrm>
          </p:grpSpPr>
          <p:sp>
            <p:nvSpPr>
              <p:cNvPr id="4210" name="Google Shape;4210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1" name="Google Shape;4211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12" name="Google Shape;4212;p19"/>
            <p:cNvGrpSpPr/>
            <p:nvPr/>
          </p:nvGrpSpPr>
          <p:grpSpPr>
            <a:xfrm>
              <a:off x="1180628" y="4293136"/>
              <a:ext cx="147414" cy="147414"/>
              <a:chOff x="0" y="0"/>
              <a:chExt cx="812800" cy="812800"/>
            </a:xfrm>
          </p:grpSpPr>
          <p:sp>
            <p:nvSpPr>
              <p:cNvPr id="4213" name="Google Shape;4213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4" name="Google Shape;4214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15" name="Google Shape;4215;p19"/>
            <p:cNvGrpSpPr/>
            <p:nvPr/>
          </p:nvGrpSpPr>
          <p:grpSpPr>
            <a:xfrm>
              <a:off x="944503" y="4293136"/>
              <a:ext cx="147414" cy="147414"/>
              <a:chOff x="0" y="0"/>
              <a:chExt cx="812800" cy="812800"/>
            </a:xfrm>
          </p:grpSpPr>
          <p:sp>
            <p:nvSpPr>
              <p:cNvPr id="4216" name="Google Shape;4216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7" name="Google Shape;4217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18" name="Google Shape;4218;p19"/>
            <p:cNvGrpSpPr/>
            <p:nvPr/>
          </p:nvGrpSpPr>
          <p:grpSpPr>
            <a:xfrm>
              <a:off x="944503" y="4534645"/>
              <a:ext cx="147414" cy="147414"/>
              <a:chOff x="0" y="0"/>
              <a:chExt cx="812800" cy="812800"/>
            </a:xfrm>
          </p:grpSpPr>
          <p:sp>
            <p:nvSpPr>
              <p:cNvPr id="4219" name="Google Shape;4219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0" name="Google Shape;4220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21" name="Google Shape;4221;p19"/>
            <p:cNvGrpSpPr/>
            <p:nvPr/>
          </p:nvGrpSpPr>
          <p:grpSpPr>
            <a:xfrm>
              <a:off x="1180628" y="4534645"/>
              <a:ext cx="147414" cy="147414"/>
              <a:chOff x="0" y="0"/>
              <a:chExt cx="812800" cy="812800"/>
            </a:xfrm>
          </p:grpSpPr>
          <p:sp>
            <p:nvSpPr>
              <p:cNvPr id="4222" name="Google Shape;4222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3" name="Google Shape;4223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24" name="Google Shape;4224;p19"/>
            <p:cNvGrpSpPr/>
            <p:nvPr/>
          </p:nvGrpSpPr>
          <p:grpSpPr>
            <a:xfrm>
              <a:off x="708377" y="670492"/>
              <a:ext cx="147414" cy="147414"/>
              <a:chOff x="0" y="0"/>
              <a:chExt cx="812800" cy="812800"/>
            </a:xfrm>
          </p:grpSpPr>
          <p:sp>
            <p:nvSpPr>
              <p:cNvPr id="4225" name="Google Shape;4225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6" name="Google Shape;4226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27" name="Google Shape;4227;p19"/>
            <p:cNvGrpSpPr/>
            <p:nvPr/>
          </p:nvGrpSpPr>
          <p:grpSpPr>
            <a:xfrm>
              <a:off x="708377" y="912001"/>
              <a:ext cx="147414" cy="147414"/>
              <a:chOff x="0" y="0"/>
              <a:chExt cx="812800" cy="812800"/>
            </a:xfrm>
          </p:grpSpPr>
          <p:sp>
            <p:nvSpPr>
              <p:cNvPr id="4228" name="Google Shape;4228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9" name="Google Shape;4229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30" name="Google Shape;4230;p19"/>
            <p:cNvGrpSpPr/>
            <p:nvPr/>
          </p:nvGrpSpPr>
          <p:grpSpPr>
            <a:xfrm>
              <a:off x="708377" y="1153511"/>
              <a:ext cx="147414" cy="147414"/>
              <a:chOff x="0" y="0"/>
              <a:chExt cx="812800" cy="812800"/>
            </a:xfrm>
          </p:grpSpPr>
          <p:sp>
            <p:nvSpPr>
              <p:cNvPr id="4231" name="Google Shape;4231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2" name="Google Shape;4232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33" name="Google Shape;4233;p19"/>
            <p:cNvGrpSpPr/>
            <p:nvPr/>
          </p:nvGrpSpPr>
          <p:grpSpPr>
            <a:xfrm>
              <a:off x="708377" y="1395021"/>
              <a:ext cx="147414" cy="147414"/>
              <a:chOff x="0" y="0"/>
              <a:chExt cx="812800" cy="812800"/>
            </a:xfrm>
          </p:grpSpPr>
          <p:sp>
            <p:nvSpPr>
              <p:cNvPr id="4234" name="Google Shape;4234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5" name="Google Shape;4235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36" name="Google Shape;4236;p19"/>
            <p:cNvGrpSpPr/>
            <p:nvPr/>
          </p:nvGrpSpPr>
          <p:grpSpPr>
            <a:xfrm>
              <a:off x="708377" y="1636530"/>
              <a:ext cx="147414" cy="147414"/>
              <a:chOff x="0" y="0"/>
              <a:chExt cx="812800" cy="812800"/>
            </a:xfrm>
          </p:grpSpPr>
          <p:sp>
            <p:nvSpPr>
              <p:cNvPr id="4237" name="Google Shape;4237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8" name="Google Shape;4238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39" name="Google Shape;4239;p19"/>
            <p:cNvGrpSpPr/>
            <p:nvPr/>
          </p:nvGrpSpPr>
          <p:grpSpPr>
            <a:xfrm>
              <a:off x="708377" y="1878040"/>
              <a:ext cx="147414" cy="147414"/>
              <a:chOff x="0" y="0"/>
              <a:chExt cx="812800" cy="812800"/>
            </a:xfrm>
          </p:grpSpPr>
          <p:sp>
            <p:nvSpPr>
              <p:cNvPr id="4240" name="Google Shape;4240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1" name="Google Shape;4241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42" name="Google Shape;4242;p19"/>
            <p:cNvGrpSpPr/>
            <p:nvPr/>
          </p:nvGrpSpPr>
          <p:grpSpPr>
            <a:xfrm>
              <a:off x="708377" y="2119549"/>
              <a:ext cx="147414" cy="147414"/>
              <a:chOff x="0" y="0"/>
              <a:chExt cx="812800" cy="812800"/>
            </a:xfrm>
          </p:grpSpPr>
          <p:sp>
            <p:nvSpPr>
              <p:cNvPr id="4243" name="Google Shape;4243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4" name="Google Shape;4244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45" name="Google Shape;4245;p19"/>
            <p:cNvGrpSpPr/>
            <p:nvPr/>
          </p:nvGrpSpPr>
          <p:grpSpPr>
            <a:xfrm>
              <a:off x="708377" y="2361059"/>
              <a:ext cx="147414" cy="147414"/>
              <a:chOff x="0" y="0"/>
              <a:chExt cx="812800" cy="812800"/>
            </a:xfrm>
          </p:grpSpPr>
          <p:sp>
            <p:nvSpPr>
              <p:cNvPr id="4246" name="Google Shape;4246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7" name="Google Shape;4247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48" name="Google Shape;4248;p19"/>
            <p:cNvGrpSpPr/>
            <p:nvPr/>
          </p:nvGrpSpPr>
          <p:grpSpPr>
            <a:xfrm>
              <a:off x="708377" y="2602569"/>
              <a:ext cx="147414" cy="147414"/>
              <a:chOff x="0" y="0"/>
              <a:chExt cx="812800" cy="812800"/>
            </a:xfrm>
          </p:grpSpPr>
          <p:sp>
            <p:nvSpPr>
              <p:cNvPr id="4249" name="Google Shape;4249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0" name="Google Shape;4250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51" name="Google Shape;4251;p19"/>
            <p:cNvGrpSpPr/>
            <p:nvPr/>
          </p:nvGrpSpPr>
          <p:grpSpPr>
            <a:xfrm>
              <a:off x="708377" y="2844078"/>
              <a:ext cx="147414" cy="147414"/>
              <a:chOff x="0" y="0"/>
              <a:chExt cx="812800" cy="812800"/>
            </a:xfrm>
          </p:grpSpPr>
          <p:sp>
            <p:nvSpPr>
              <p:cNvPr id="4252" name="Google Shape;4252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3" name="Google Shape;4253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54" name="Google Shape;4254;p19"/>
            <p:cNvGrpSpPr/>
            <p:nvPr/>
          </p:nvGrpSpPr>
          <p:grpSpPr>
            <a:xfrm>
              <a:off x="708377" y="3085588"/>
              <a:ext cx="147414" cy="147414"/>
              <a:chOff x="0" y="0"/>
              <a:chExt cx="812800" cy="812800"/>
            </a:xfrm>
          </p:grpSpPr>
          <p:sp>
            <p:nvSpPr>
              <p:cNvPr id="4255" name="Google Shape;4255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6" name="Google Shape;4256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57" name="Google Shape;4257;p19"/>
            <p:cNvGrpSpPr/>
            <p:nvPr/>
          </p:nvGrpSpPr>
          <p:grpSpPr>
            <a:xfrm>
              <a:off x="708377" y="3327097"/>
              <a:ext cx="147414" cy="147414"/>
              <a:chOff x="0" y="0"/>
              <a:chExt cx="812800" cy="812800"/>
            </a:xfrm>
          </p:grpSpPr>
          <p:sp>
            <p:nvSpPr>
              <p:cNvPr id="4258" name="Google Shape;4258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9" name="Google Shape;4259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60" name="Google Shape;4260;p19"/>
            <p:cNvGrpSpPr/>
            <p:nvPr/>
          </p:nvGrpSpPr>
          <p:grpSpPr>
            <a:xfrm>
              <a:off x="708377" y="3568607"/>
              <a:ext cx="147414" cy="147414"/>
              <a:chOff x="0" y="0"/>
              <a:chExt cx="812800" cy="812800"/>
            </a:xfrm>
          </p:grpSpPr>
          <p:sp>
            <p:nvSpPr>
              <p:cNvPr id="4261" name="Google Shape;4261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2" name="Google Shape;4262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63" name="Google Shape;4263;p19"/>
            <p:cNvGrpSpPr/>
            <p:nvPr/>
          </p:nvGrpSpPr>
          <p:grpSpPr>
            <a:xfrm>
              <a:off x="708377" y="3810117"/>
              <a:ext cx="147414" cy="147414"/>
              <a:chOff x="0" y="0"/>
              <a:chExt cx="812800" cy="812800"/>
            </a:xfrm>
          </p:grpSpPr>
          <p:sp>
            <p:nvSpPr>
              <p:cNvPr id="4264" name="Google Shape;4264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5" name="Google Shape;4265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66" name="Google Shape;4266;p19"/>
            <p:cNvGrpSpPr/>
            <p:nvPr/>
          </p:nvGrpSpPr>
          <p:grpSpPr>
            <a:xfrm>
              <a:off x="708377" y="4051626"/>
              <a:ext cx="147414" cy="147414"/>
              <a:chOff x="0" y="0"/>
              <a:chExt cx="812800" cy="812800"/>
            </a:xfrm>
          </p:grpSpPr>
          <p:sp>
            <p:nvSpPr>
              <p:cNvPr id="4267" name="Google Shape;4267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8" name="Google Shape;4268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69" name="Google Shape;4269;p19"/>
            <p:cNvGrpSpPr/>
            <p:nvPr/>
          </p:nvGrpSpPr>
          <p:grpSpPr>
            <a:xfrm>
              <a:off x="708377" y="4293136"/>
              <a:ext cx="147414" cy="147414"/>
              <a:chOff x="0" y="0"/>
              <a:chExt cx="812800" cy="812800"/>
            </a:xfrm>
          </p:grpSpPr>
          <p:sp>
            <p:nvSpPr>
              <p:cNvPr id="4270" name="Google Shape;4270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1" name="Google Shape;4271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72" name="Google Shape;4272;p19"/>
            <p:cNvGrpSpPr/>
            <p:nvPr/>
          </p:nvGrpSpPr>
          <p:grpSpPr>
            <a:xfrm>
              <a:off x="708377" y="4534645"/>
              <a:ext cx="147414" cy="147414"/>
              <a:chOff x="0" y="0"/>
              <a:chExt cx="812800" cy="812800"/>
            </a:xfrm>
          </p:grpSpPr>
          <p:sp>
            <p:nvSpPr>
              <p:cNvPr id="4273" name="Google Shape;4273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4" name="Google Shape;4274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75" name="Google Shape;4275;p19"/>
            <p:cNvGrpSpPr/>
            <p:nvPr/>
          </p:nvGrpSpPr>
          <p:grpSpPr>
            <a:xfrm>
              <a:off x="472251" y="670492"/>
              <a:ext cx="147414" cy="147414"/>
              <a:chOff x="0" y="0"/>
              <a:chExt cx="812800" cy="812800"/>
            </a:xfrm>
          </p:grpSpPr>
          <p:sp>
            <p:nvSpPr>
              <p:cNvPr id="4276" name="Google Shape;4276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7" name="Google Shape;4277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78" name="Google Shape;4278;p19"/>
            <p:cNvGrpSpPr/>
            <p:nvPr/>
          </p:nvGrpSpPr>
          <p:grpSpPr>
            <a:xfrm>
              <a:off x="472251" y="912001"/>
              <a:ext cx="147414" cy="147414"/>
              <a:chOff x="0" y="0"/>
              <a:chExt cx="812800" cy="812800"/>
            </a:xfrm>
          </p:grpSpPr>
          <p:sp>
            <p:nvSpPr>
              <p:cNvPr id="4279" name="Google Shape;4279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0" name="Google Shape;4280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81" name="Google Shape;4281;p19"/>
            <p:cNvGrpSpPr/>
            <p:nvPr/>
          </p:nvGrpSpPr>
          <p:grpSpPr>
            <a:xfrm>
              <a:off x="472251" y="1153511"/>
              <a:ext cx="147414" cy="147414"/>
              <a:chOff x="0" y="0"/>
              <a:chExt cx="812800" cy="812800"/>
            </a:xfrm>
          </p:grpSpPr>
          <p:sp>
            <p:nvSpPr>
              <p:cNvPr id="4282" name="Google Shape;4282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3" name="Google Shape;4283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84" name="Google Shape;4284;p19"/>
            <p:cNvGrpSpPr/>
            <p:nvPr/>
          </p:nvGrpSpPr>
          <p:grpSpPr>
            <a:xfrm>
              <a:off x="472251" y="1395021"/>
              <a:ext cx="147414" cy="147414"/>
              <a:chOff x="0" y="0"/>
              <a:chExt cx="812800" cy="812800"/>
            </a:xfrm>
          </p:grpSpPr>
          <p:sp>
            <p:nvSpPr>
              <p:cNvPr id="4285" name="Google Shape;4285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6" name="Google Shape;4286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87" name="Google Shape;4287;p19"/>
            <p:cNvGrpSpPr/>
            <p:nvPr/>
          </p:nvGrpSpPr>
          <p:grpSpPr>
            <a:xfrm>
              <a:off x="472251" y="1636530"/>
              <a:ext cx="147414" cy="147414"/>
              <a:chOff x="0" y="0"/>
              <a:chExt cx="812800" cy="812800"/>
            </a:xfrm>
          </p:grpSpPr>
          <p:sp>
            <p:nvSpPr>
              <p:cNvPr id="4288" name="Google Shape;4288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9" name="Google Shape;4289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90" name="Google Shape;4290;p19"/>
            <p:cNvGrpSpPr/>
            <p:nvPr/>
          </p:nvGrpSpPr>
          <p:grpSpPr>
            <a:xfrm>
              <a:off x="472251" y="1878040"/>
              <a:ext cx="147414" cy="147414"/>
              <a:chOff x="0" y="0"/>
              <a:chExt cx="812800" cy="812800"/>
            </a:xfrm>
          </p:grpSpPr>
          <p:sp>
            <p:nvSpPr>
              <p:cNvPr id="4291" name="Google Shape;4291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2" name="Google Shape;4292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93" name="Google Shape;4293;p19"/>
            <p:cNvGrpSpPr/>
            <p:nvPr/>
          </p:nvGrpSpPr>
          <p:grpSpPr>
            <a:xfrm>
              <a:off x="472251" y="2119549"/>
              <a:ext cx="147414" cy="147414"/>
              <a:chOff x="0" y="0"/>
              <a:chExt cx="812800" cy="812800"/>
            </a:xfrm>
          </p:grpSpPr>
          <p:sp>
            <p:nvSpPr>
              <p:cNvPr id="4294" name="Google Shape;4294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5" name="Google Shape;4295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96" name="Google Shape;4296;p19"/>
            <p:cNvGrpSpPr/>
            <p:nvPr/>
          </p:nvGrpSpPr>
          <p:grpSpPr>
            <a:xfrm>
              <a:off x="472251" y="2361059"/>
              <a:ext cx="147414" cy="147414"/>
              <a:chOff x="0" y="0"/>
              <a:chExt cx="812800" cy="812800"/>
            </a:xfrm>
          </p:grpSpPr>
          <p:sp>
            <p:nvSpPr>
              <p:cNvPr id="4297" name="Google Shape;4297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8" name="Google Shape;4298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99" name="Google Shape;4299;p19"/>
            <p:cNvGrpSpPr/>
            <p:nvPr/>
          </p:nvGrpSpPr>
          <p:grpSpPr>
            <a:xfrm>
              <a:off x="472251" y="2602569"/>
              <a:ext cx="147414" cy="147414"/>
              <a:chOff x="0" y="0"/>
              <a:chExt cx="812800" cy="812800"/>
            </a:xfrm>
          </p:grpSpPr>
          <p:sp>
            <p:nvSpPr>
              <p:cNvPr id="4300" name="Google Shape;4300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1" name="Google Shape;4301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02" name="Google Shape;4302;p19"/>
            <p:cNvGrpSpPr/>
            <p:nvPr/>
          </p:nvGrpSpPr>
          <p:grpSpPr>
            <a:xfrm>
              <a:off x="472251" y="2844078"/>
              <a:ext cx="147414" cy="147414"/>
              <a:chOff x="0" y="0"/>
              <a:chExt cx="812800" cy="812800"/>
            </a:xfrm>
          </p:grpSpPr>
          <p:sp>
            <p:nvSpPr>
              <p:cNvPr id="4303" name="Google Shape;4303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4" name="Google Shape;4304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05" name="Google Shape;4305;p19"/>
            <p:cNvGrpSpPr/>
            <p:nvPr/>
          </p:nvGrpSpPr>
          <p:grpSpPr>
            <a:xfrm>
              <a:off x="472251" y="3085588"/>
              <a:ext cx="147414" cy="147414"/>
              <a:chOff x="0" y="0"/>
              <a:chExt cx="812800" cy="812800"/>
            </a:xfrm>
          </p:grpSpPr>
          <p:sp>
            <p:nvSpPr>
              <p:cNvPr id="4306" name="Google Shape;4306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7" name="Google Shape;4307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08" name="Google Shape;4308;p19"/>
            <p:cNvGrpSpPr/>
            <p:nvPr/>
          </p:nvGrpSpPr>
          <p:grpSpPr>
            <a:xfrm>
              <a:off x="472251" y="3327097"/>
              <a:ext cx="147414" cy="147414"/>
              <a:chOff x="0" y="0"/>
              <a:chExt cx="812800" cy="812800"/>
            </a:xfrm>
          </p:grpSpPr>
          <p:sp>
            <p:nvSpPr>
              <p:cNvPr id="4309" name="Google Shape;4309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0" name="Google Shape;4310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11" name="Google Shape;4311;p19"/>
            <p:cNvGrpSpPr/>
            <p:nvPr/>
          </p:nvGrpSpPr>
          <p:grpSpPr>
            <a:xfrm>
              <a:off x="472251" y="3568607"/>
              <a:ext cx="147414" cy="147414"/>
              <a:chOff x="0" y="0"/>
              <a:chExt cx="812800" cy="812800"/>
            </a:xfrm>
          </p:grpSpPr>
          <p:sp>
            <p:nvSpPr>
              <p:cNvPr id="4312" name="Google Shape;4312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3" name="Google Shape;4313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14" name="Google Shape;4314;p19"/>
            <p:cNvGrpSpPr/>
            <p:nvPr/>
          </p:nvGrpSpPr>
          <p:grpSpPr>
            <a:xfrm>
              <a:off x="472251" y="3810117"/>
              <a:ext cx="147414" cy="147414"/>
              <a:chOff x="0" y="0"/>
              <a:chExt cx="812800" cy="812800"/>
            </a:xfrm>
          </p:grpSpPr>
          <p:sp>
            <p:nvSpPr>
              <p:cNvPr id="4315" name="Google Shape;4315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6" name="Google Shape;4316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17" name="Google Shape;4317;p19"/>
            <p:cNvGrpSpPr/>
            <p:nvPr/>
          </p:nvGrpSpPr>
          <p:grpSpPr>
            <a:xfrm>
              <a:off x="472251" y="4051626"/>
              <a:ext cx="147414" cy="147414"/>
              <a:chOff x="0" y="0"/>
              <a:chExt cx="812800" cy="812800"/>
            </a:xfrm>
          </p:grpSpPr>
          <p:sp>
            <p:nvSpPr>
              <p:cNvPr id="4318" name="Google Shape;4318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9" name="Google Shape;4319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20" name="Google Shape;4320;p19"/>
            <p:cNvGrpSpPr/>
            <p:nvPr/>
          </p:nvGrpSpPr>
          <p:grpSpPr>
            <a:xfrm>
              <a:off x="472251" y="4293136"/>
              <a:ext cx="147414" cy="147414"/>
              <a:chOff x="0" y="0"/>
              <a:chExt cx="812800" cy="812800"/>
            </a:xfrm>
          </p:grpSpPr>
          <p:sp>
            <p:nvSpPr>
              <p:cNvPr id="4321" name="Google Shape;4321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2" name="Google Shape;4322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23" name="Google Shape;4323;p19"/>
            <p:cNvGrpSpPr/>
            <p:nvPr/>
          </p:nvGrpSpPr>
          <p:grpSpPr>
            <a:xfrm>
              <a:off x="472251" y="4534645"/>
              <a:ext cx="147414" cy="147414"/>
              <a:chOff x="0" y="0"/>
              <a:chExt cx="812800" cy="812800"/>
            </a:xfrm>
          </p:grpSpPr>
          <p:sp>
            <p:nvSpPr>
              <p:cNvPr id="4324" name="Google Shape;4324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5" name="Google Shape;4325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26" name="Google Shape;4326;p19"/>
            <p:cNvGrpSpPr/>
            <p:nvPr/>
          </p:nvGrpSpPr>
          <p:grpSpPr>
            <a:xfrm>
              <a:off x="236126" y="912001"/>
              <a:ext cx="147414" cy="147414"/>
              <a:chOff x="0" y="0"/>
              <a:chExt cx="812800" cy="812800"/>
            </a:xfrm>
          </p:grpSpPr>
          <p:sp>
            <p:nvSpPr>
              <p:cNvPr id="4327" name="Google Shape;4327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8" name="Google Shape;4328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29" name="Google Shape;4329;p19"/>
            <p:cNvGrpSpPr/>
            <p:nvPr/>
          </p:nvGrpSpPr>
          <p:grpSpPr>
            <a:xfrm>
              <a:off x="236126" y="1153511"/>
              <a:ext cx="147414" cy="147414"/>
              <a:chOff x="0" y="0"/>
              <a:chExt cx="812800" cy="812800"/>
            </a:xfrm>
          </p:grpSpPr>
          <p:sp>
            <p:nvSpPr>
              <p:cNvPr id="4330" name="Google Shape;4330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1" name="Google Shape;4331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32" name="Google Shape;4332;p19"/>
            <p:cNvGrpSpPr/>
            <p:nvPr/>
          </p:nvGrpSpPr>
          <p:grpSpPr>
            <a:xfrm>
              <a:off x="236126" y="1395021"/>
              <a:ext cx="147414" cy="147414"/>
              <a:chOff x="0" y="0"/>
              <a:chExt cx="812800" cy="812800"/>
            </a:xfrm>
          </p:grpSpPr>
          <p:sp>
            <p:nvSpPr>
              <p:cNvPr id="4333" name="Google Shape;4333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4" name="Google Shape;4334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35" name="Google Shape;4335;p19"/>
            <p:cNvGrpSpPr/>
            <p:nvPr/>
          </p:nvGrpSpPr>
          <p:grpSpPr>
            <a:xfrm>
              <a:off x="236126" y="1636530"/>
              <a:ext cx="147414" cy="147414"/>
              <a:chOff x="0" y="0"/>
              <a:chExt cx="812800" cy="812800"/>
            </a:xfrm>
          </p:grpSpPr>
          <p:sp>
            <p:nvSpPr>
              <p:cNvPr id="4336" name="Google Shape;4336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7" name="Google Shape;4337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38" name="Google Shape;4338;p19"/>
            <p:cNvGrpSpPr/>
            <p:nvPr/>
          </p:nvGrpSpPr>
          <p:grpSpPr>
            <a:xfrm>
              <a:off x="236126" y="1878040"/>
              <a:ext cx="147414" cy="147414"/>
              <a:chOff x="0" y="0"/>
              <a:chExt cx="812800" cy="812800"/>
            </a:xfrm>
          </p:grpSpPr>
          <p:sp>
            <p:nvSpPr>
              <p:cNvPr id="4339" name="Google Shape;4339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0" name="Google Shape;4340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41" name="Google Shape;4341;p19"/>
            <p:cNvGrpSpPr/>
            <p:nvPr/>
          </p:nvGrpSpPr>
          <p:grpSpPr>
            <a:xfrm>
              <a:off x="236126" y="2119549"/>
              <a:ext cx="147414" cy="147414"/>
              <a:chOff x="0" y="0"/>
              <a:chExt cx="812800" cy="812800"/>
            </a:xfrm>
          </p:grpSpPr>
          <p:sp>
            <p:nvSpPr>
              <p:cNvPr id="4342" name="Google Shape;4342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3" name="Google Shape;4343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44" name="Google Shape;4344;p19"/>
            <p:cNvGrpSpPr/>
            <p:nvPr/>
          </p:nvGrpSpPr>
          <p:grpSpPr>
            <a:xfrm>
              <a:off x="236126" y="2361059"/>
              <a:ext cx="147414" cy="147414"/>
              <a:chOff x="0" y="0"/>
              <a:chExt cx="812800" cy="812800"/>
            </a:xfrm>
          </p:grpSpPr>
          <p:sp>
            <p:nvSpPr>
              <p:cNvPr id="4345" name="Google Shape;4345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6" name="Google Shape;4346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47" name="Google Shape;4347;p19"/>
            <p:cNvGrpSpPr/>
            <p:nvPr/>
          </p:nvGrpSpPr>
          <p:grpSpPr>
            <a:xfrm>
              <a:off x="236126" y="2602569"/>
              <a:ext cx="147414" cy="147414"/>
              <a:chOff x="0" y="0"/>
              <a:chExt cx="812800" cy="812800"/>
            </a:xfrm>
          </p:grpSpPr>
          <p:sp>
            <p:nvSpPr>
              <p:cNvPr id="4348" name="Google Shape;4348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9" name="Google Shape;4349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50" name="Google Shape;4350;p19"/>
            <p:cNvGrpSpPr/>
            <p:nvPr/>
          </p:nvGrpSpPr>
          <p:grpSpPr>
            <a:xfrm>
              <a:off x="236126" y="2844078"/>
              <a:ext cx="147414" cy="147414"/>
              <a:chOff x="0" y="0"/>
              <a:chExt cx="812800" cy="812800"/>
            </a:xfrm>
          </p:grpSpPr>
          <p:sp>
            <p:nvSpPr>
              <p:cNvPr id="4351" name="Google Shape;4351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2" name="Google Shape;4352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53" name="Google Shape;4353;p19"/>
            <p:cNvGrpSpPr/>
            <p:nvPr/>
          </p:nvGrpSpPr>
          <p:grpSpPr>
            <a:xfrm>
              <a:off x="236126" y="3085588"/>
              <a:ext cx="147414" cy="147414"/>
              <a:chOff x="0" y="0"/>
              <a:chExt cx="812800" cy="812800"/>
            </a:xfrm>
          </p:grpSpPr>
          <p:sp>
            <p:nvSpPr>
              <p:cNvPr id="4354" name="Google Shape;4354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5" name="Google Shape;4355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56" name="Google Shape;4356;p19"/>
            <p:cNvGrpSpPr/>
            <p:nvPr/>
          </p:nvGrpSpPr>
          <p:grpSpPr>
            <a:xfrm>
              <a:off x="236126" y="3327097"/>
              <a:ext cx="147414" cy="147414"/>
              <a:chOff x="0" y="0"/>
              <a:chExt cx="812800" cy="812800"/>
            </a:xfrm>
          </p:grpSpPr>
          <p:sp>
            <p:nvSpPr>
              <p:cNvPr id="4357" name="Google Shape;4357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8" name="Google Shape;4358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59" name="Google Shape;4359;p19"/>
            <p:cNvGrpSpPr/>
            <p:nvPr/>
          </p:nvGrpSpPr>
          <p:grpSpPr>
            <a:xfrm>
              <a:off x="236126" y="3568607"/>
              <a:ext cx="147414" cy="147414"/>
              <a:chOff x="0" y="0"/>
              <a:chExt cx="812800" cy="812800"/>
            </a:xfrm>
          </p:grpSpPr>
          <p:sp>
            <p:nvSpPr>
              <p:cNvPr id="4360" name="Google Shape;4360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1" name="Google Shape;4361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62" name="Google Shape;4362;p19"/>
            <p:cNvGrpSpPr/>
            <p:nvPr/>
          </p:nvGrpSpPr>
          <p:grpSpPr>
            <a:xfrm>
              <a:off x="236126" y="3810117"/>
              <a:ext cx="147414" cy="147414"/>
              <a:chOff x="0" y="0"/>
              <a:chExt cx="812800" cy="812800"/>
            </a:xfrm>
          </p:grpSpPr>
          <p:sp>
            <p:nvSpPr>
              <p:cNvPr id="4363" name="Google Shape;4363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4" name="Google Shape;4364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65" name="Google Shape;4365;p19"/>
            <p:cNvGrpSpPr/>
            <p:nvPr/>
          </p:nvGrpSpPr>
          <p:grpSpPr>
            <a:xfrm>
              <a:off x="236126" y="4051626"/>
              <a:ext cx="147414" cy="147414"/>
              <a:chOff x="0" y="0"/>
              <a:chExt cx="812800" cy="812800"/>
            </a:xfrm>
          </p:grpSpPr>
          <p:sp>
            <p:nvSpPr>
              <p:cNvPr id="4366" name="Google Shape;4366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7" name="Google Shape;4367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68" name="Google Shape;4368;p19"/>
            <p:cNvGrpSpPr/>
            <p:nvPr/>
          </p:nvGrpSpPr>
          <p:grpSpPr>
            <a:xfrm>
              <a:off x="236126" y="4293136"/>
              <a:ext cx="147414" cy="147414"/>
              <a:chOff x="0" y="0"/>
              <a:chExt cx="812800" cy="812800"/>
            </a:xfrm>
          </p:grpSpPr>
          <p:sp>
            <p:nvSpPr>
              <p:cNvPr id="4369" name="Google Shape;4369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0" name="Google Shape;4370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71" name="Google Shape;4371;p19"/>
            <p:cNvGrpSpPr/>
            <p:nvPr/>
          </p:nvGrpSpPr>
          <p:grpSpPr>
            <a:xfrm>
              <a:off x="236126" y="4534645"/>
              <a:ext cx="147414" cy="147414"/>
              <a:chOff x="0" y="0"/>
              <a:chExt cx="812800" cy="812800"/>
            </a:xfrm>
          </p:grpSpPr>
          <p:sp>
            <p:nvSpPr>
              <p:cNvPr id="4372" name="Google Shape;4372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3" name="Google Shape;4373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74" name="Google Shape;4374;p19"/>
            <p:cNvGrpSpPr/>
            <p:nvPr/>
          </p:nvGrpSpPr>
          <p:grpSpPr>
            <a:xfrm>
              <a:off x="0" y="1153511"/>
              <a:ext cx="147414" cy="147414"/>
              <a:chOff x="0" y="0"/>
              <a:chExt cx="812800" cy="812800"/>
            </a:xfrm>
          </p:grpSpPr>
          <p:sp>
            <p:nvSpPr>
              <p:cNvPr id="4375" name="Google Shape;4375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6" name="Google Shape;4376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77" name="Google Shape;4377;p19"/>
            <p:cNvGrpSpPr/>
            <p:nvPr/>
          </p:nvGrpSpPr>
          <p:grpSpPr>
            <a:xfrm>
              <a:off x="0" y="1395021"/>
              <a:ext cx="147414" cy="147414"/>
              <a:chOff x="0" y="0"/>
              <a:chExt cx="812800" cy="812800"/>
            </a:xfrm>
          </p:grpSpPr>
          <p:sp>
            <p:nvSpPr>
              <p:cNvPr id="4378" name="Google Shape;4378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9" name="Google Shape;4379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80" name="Google Shape;4380;p19"/>
            <p:cNvGrpSpPr/>
            <p:nvPr/>
          </p:nvGrpSpPr>
          <p:grpSpPr>
            <a:xfrm>
              <a:off x="0" y="1636530"/>
              <a:ext cx="147414" cy="147414"/>
              <a:chOff x="0" y="0"/>
              <a:chExt cx="812800" cy="812800"/>
            </a:xfrm>
          </p:grpSpPr>
          <p:sp>
            <p:nvSpPr>
              <p:cNvPr id="4381" name="Google Shape;4381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2" name="Google Shape;4382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83" name="Google Shape;4383;p19"/>
            <p:cNvGrpSpPr/>
            <p:nvPr/>
          </p:nvGrpSpPr>
          <p:grpSpPr>
            <a:xfrm>
              <a:off x="0" y="1878040"/>
              <a:ext cx="147414" cy="147414"/>
              <a:chOff x="0" y="0"/>
              <a:chExt cx="812800" cy="812800"/>
            </a:xfrm>
          </p:grpSpPr>
          <p:sp>
            <p:nvSpPr>
              <p:cNvPr id="4384" name="Google Shape;4384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5" name="Google Shape;4385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86" name="Google Shape;4386;p19"/>
            <p:cNvGrpSpPr/>
            <p:nvPr/>
          </p:nvGrpSpPr>
          <p:grpSpPr>
            <a:xfrm>
              <a:off x="0" y="2119549"/>
              <a:ext cx="147414" cy="147414"/>
              <a:chOff x="0" y="0"/>
              <a:chExt cx="812800" cy="812800"/>
            </a:xfrm>
          </p:grpSpPr>
          <p:sp>
            <p:nvSpPr>
              <p:cNvPr id="4387" name="Google Shape;4387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8" name="Google Shape;4388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89" name="Google Shape;4389;p19"/>
            <p:cNvGrpSpPr/>
            <p:nvPr/>
          </p:nvGrpSpPr>
          <p:grpSpPr>
            <a:xfrm>
              <a:off x="0" y="2361059"/>
              <a:ext cx="147414" cy="147414"/>
              <a:chOff x="0" y="0"/>
              <a:chExt cx="812800" cy="812800"/>
            </a:xfrm>
          </p:grpSpPr>
          <p:sp>
            <p:nvSpPr>
              <p:cNvPr id="4390" name="Google Shape;4390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1" name="Google Shape;4391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92" name="Google Shape;4392;p19"/>
            <p:cNvGrpSpPr/>
            <p:nvPr/>
          </p:nvGrpSpPr>
          <p:grpSpPr>
            <a:xfrm>
              <a:off x="0" y="2602569"/>
              <a:ext cx="147414" cy="147414"/>
              <a:chOff x="0" y="0"/>
              <a:chExt cx="812800" cy="812800"/>
            </a:xfrm>
          </p:grpSpPr>
          <p:sp>
            <p:nvSpPr>
              <p:cNvPr id="4393" name="Google Shape;4393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4" name="Google Shape;4394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95" name="Google Shape;4395;p19"/>
            <p:cNvGrpSpPr/>
            <p:nvPr/>
          </p:nvGrpSpPr>
          <p:grpSpPr>
            <a:xfrm>
              <a:off x="0" y="2844078"/>
              <a:ext cx="147414" cy="147414"/>
              <a:chOff x="0" y="0"/>
              <a:chExt cx="812800" cy="812800"/>
            </a:xfrm>
          </p:grpSpPr>
          <p:sp>
            <p:nvSpPr>
              <p:cNvPr id="4396" name="Google Shape;4396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7" name="Google Shape;4397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98" name="Google Shape;4398;p19"/>
            <p:cNvGrpSpPr/>
            <p:nvPr/>
          </p:nvGrpSpPr>
          <p:grpSpPr>
            <a:xfrm>
              <a:off x="0" y="3085588"/>
              <a:ext cx="147414" cy="147414"/>
              <a:chOff x="0" y="0"/>
              <a:chExt cx="812800" cy="812800"/>
            </a:xfrm>
          </p:grpSpPr>
          <p:sp>
            <p:nvSpPr>
              <p:cNvPr id="4399" name="Google Shape;4399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0" name="Google Shape;4400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401" name="Google Shape;4401;p19"/>
            <p:cNvGrpSpPr/>
            <p:nvPr/>
          </p:nvGrpSpPr>
          <p:grpSpPr>
            <a:xfrm>
              <a:off x="0" y="3327097"/>
              <a:ext cx="147414" cy="147414"/>
              <a:chOff x="0" y="0"/>
              <a:chExt cx="812800" cy="812800"/>
            </a:xfrm>
          </p:grpSpPr>
          <p:sp>
            <p:nvSpPr>
              <p:cNvPr id="4402" name="Google Shape;4402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3" name="Google Shape;4403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404" name="Google Shape;4404;p19"/>
            <p:cNvGrpSpPr/>
            <p:nvPr/>
          </p:nvGrpSpPr>
          <p:grpSpPr>
            <a:xfrm>
              <a:off x="0" y="3568607"/>
              <a:ext cx="147414" cy="147414"/>
              <a:chOff x="0" y="0"/>
              <a:chExt cx="812800" cy="812800"/>
            </a:xfrm>
          </p:grpSpPr>
          <p:sp>
            <p:nvSpPr>
              <p:cNvPr id="4405" name="Google Shape;4405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6" name="Google Shape;4406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407" name="Google Shape;4407;p19"/>
            <p:cNvGrpSpPr/>
            <p:nvPr/>
          </p:nvGrpSpPr>
          <p:grpSpPr>
            <a:xfrm>
              <a:off x="0" y="3810117"/>
              <a:ext cx="147414" cy="147414"/>
              <a:chOff x="0" y="0"/>
              <a:chExt cx="812800" cy="812800"/>
            </a:xfrm>
          </p:grpSpPr>
          <p:sp>
            <p:nvSpPr>
              <p:cNvPr id="4408" name="Google Shape;4408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9" name="Google Shape;4409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410" name="Google Shape;4410;p19"/>
            <p:cNvGrpSpPr/>
            <p:nvPr/>
          </p:nvGrpSpPr>
          <p:grpSpPr>
            <a:xfrm>
              <a:off x="0" y="4051626"/>
              <a:ext cx="147414" cy="147414"/>
              <a:chOff x="0" y="0"/>
              <a:chExt cx="812800" cy="812800"/>
            </a:xfrm>
          </p:grpSpPr>
          <p:sp>
            <p:nvSpPr>
              <p:cNvPr id="4411" name="Google Shape;4411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2" name="Google Shape;4412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413" name="Google Shape;4413;p19"/>
            <p:cNvGrpSpPr/>
            <p:nvPr/>
          </p:nvGrpSpPr>
          <p:grpSpPr>
            <a:xfrm>
              <a:off x="0" y="4293136"/>
              <a:ext cx="147414" cy="147414"/>
              <a:chOff x="0" y="0"/>
              <a:chExt cx="812800" cy="812800"/>
            </a:xfrm>
          </p:grpSpPr>
          <p:sp>
            <p:nvSpPr>
              <p:cNvPr id="4414" name="Google Shape;4414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5" name="Google Shape;4415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416" name="Google Shape;4416;p19"/>
            <p:cNvGrpSpPr/>
            <p:nvPr/>
          </p:nvGrpSpPr>
          <p:grpSpPr>
            <a:xfrm>
              <a:off x="0" y="4534645"/>
              <a:ext cx="147414" cy="147414"/>
              <a:chOff x="0" y="0"/>
              <a:chExt cx="812800" cy="812800"/>
            </a:xfrm>
          </p:grpSpPr>
          <p:sp>
            <p:nvSpPr>
              <p:cNvPr id="4417" name="Google Shape;4417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8" name="Google Shape;4418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419" name="Google Shape;4419;p19"/>
            <p:cNvGrpSpPr/>
            <p:nvPr/>
          </p:nvGrpSpPr>
          <p:grpSpPr>
            <a:xfrm>
              <a:off x="0" y="912001"/>
              <a:ext cx="147414" cy="147414"/>
              <a:chOff x="0" y="0"/>
              <a:chExt cx="812800" cy="812800"/>
            </a:xfrm>
          </p:grpSpPr>
          <p:sp>
            <p:nvSpPr>
              <p:cNvPr id="4420" name="Google Shape;4420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1" name="Google Shape;4421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422" name="Google Shape;4422;p19"/>
            <p:cNvGrpSpPr/>
            <p:nvPr/>
          </p:nvGrpSpPr>
          <p:grpSpPr>
            <a:xfrm>
              <a:off x="236126" y="670492"/>
              <a:ext cx="147414" cy="147414"/>
              <a:chOff x="0" y="0"/>
              <a:chExt cx="812800" cy="812800"/>
            </a:xfrm>
          </p:grpSpPr>
          <p:sp>
            <p:nvSpPr>
              <p:cNvPr id="4423" name="Google Shape;4423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4" name="Google Shape;4424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425" name="Google Shape;4425;p19"/>
            <p:cNvGrpSpPr/>
            <p:nvPr/>
          </p:nvGrpSpPr>
          <p:grpSpPr>
            <a:xfrm>
              <a:off x="0" y="670492"/>
              <a:ext cx="147414" cy="147414"/>
              <a:chOff x="0" y="0"/>
              <a:chExt cx="812800" cy="812800"/>
            </a:xfrm>
          </p:grpSpPr>
          <p:sp>
            <p:nvSpPr>
              <p:cNvPr id="4426" name="Google Shape;4426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7" name="Google Shape;4427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just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428" name="Google Shape;4428;p19"/>
            <p:cNvGrpSpPr/>
            <p:nvPr/>
          </p:nvGrpSpPr>
          <p:grpSpPr>
            <a:xfrm>
              <a:off x="236126" y="459927"/>
              <a:ext cx="147414" cy="147414"/>
              <a:chOff x="0" y="0"/>
              <a:chExt cx="812800" cy="812800"/>
            </a:xfrm>
          </p:grpSpPr>
          <p:sp>
            <p:nvSpPr>
              <p:cNvPr id="4429" name="Google Shape;4429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0" name="Google Shape;4430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431" name="Google Shape;4431;p19"/>
            <p:cNvGrpSpPr/>
            <p:nvPr/>
          </p:nvGrpSpPr>
          <p:grpSpPr>
            <a:xfrm>
              <a:off x="0" y="459927"/>
              <a:ext cx="147414" cy="147414"/>
              <a:chOff x="0" y="0"/>
              <a:chExt cx="812800" cy="812800"/>
            </a:xfrm>
          </p:grpSpPr>
          <p:sp>
            <p:nvSpPr>
              <p:cNvPr id="4432" name="Google Shape;4432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3" name="Google Shape;4433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434" name="Google Shape;4434;p19"/>
            <p:cNvGrpSpPr/>
            <p:nvPr/>
          </p:nvGrpSpPr>
          <p:grpSpPr>
            <a:xfrm>
              <a:off x="0" y="223614"/>
              <a:ext cx="147414" cy="147414"/>
              <a:chOff x="0" y="0"/>
              <a:chExt cx="812800" cy="812800"/>
            </a:xfrm>
          </p:grpSpPr>
          <p:sp>
            <p:nvSpPr>
              <p:cNvPr id="4435" name="Google Shape;4435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6" name="Google Shape;4436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437" name="Google Shape;4437;p19"/>
            <p:cNvGrpSpPr/>
            <p:nvPr/>
          </p:nvGrpSpPr>
          <p:grpSpPr>
            <a:xfrm>
              <a:off x="472439" y="459927"/>
              <a:ext cx="147414" cy="147414"/>
              <a:chOff x="0" y="0"/>
              <a:chExt cx="812800" cy="812800"/>
            </a:xfrm>
          </p:grpSpPr>
          <p:sp>
            <p:nvSpPr>
              <p:cNvPr id="4438" name="Google Shape;4438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9" name="Google Shape;4439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440" name="Google Shape;4440;p19"/>
            <p:cNvGrpSpPr/>
            <p:nvPr/>
          </p:nvGrpSpPr>
          <p:grpSpPr>
            <a:xfrm>
              <a:off x="236126" y="223614"/>
              <a:ext cx="147414" cy="147414"/>
              <a:chOff x="0" y="0"/>
              <a:chExt cx="812800" cy="812800"/>
            </a:xfrm>
          </p:grpSpPr>
          <p:sp>
            <p:nvSpPr>
              <p:cNvPr id="4441" name="Google Shape;4441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2" name="Google Shape;4442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443" name="Google Shape;4443;p19"/>
            <p:cNvGrpSpPr/>
            <p:nvPr/>
          </p:nvGrpSpPr>
          <p:grpSpPr>
            <a:xfrm>
              <a:off x="705570" y="459927"/>
              <a:ext cx="147414" cy="147414"/>
              <a:chOff x="0" y="0"/>
              <a:chExt cx="812800" cy="812800"/>
            </a:xfrm>
          </p:grpSpPr>
          <p:sp>
            <p:nvSpPr>
              <p:cNvPr id="4444" name="Google Shape;4444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5" name="Google Shape;4445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446" name="Google Shape;4446;p19"/>
            <p:cNvGrpSpPr/>
            <p:nvPr/>
          </p:nvGrpSpPr>
          <p:grpSpPr>
            <a:xfrm>
              <a:off x="941883" y="459927"/>
              <a:ext cx="147414" cy="147414"/>
              <a:chOff x="0" y="0"/>
              <a:chExt cx="812800" cy="812800"/>
            </a:xfrm>
          </p:grpSpPr>
          <p:sp>
            <p:nvSpPr>
              <p:cNvPr id="4447" name="Google Shape;4447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8" name="Google Shape;4448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449" name="Google Shape;4449;p19"/>
            <p:cNvGrpSpPr/>
            <p:nvPr/>
          </p:nvGrpSpPr>
          <p:grpSpPr>
            <a:xfrm>
              <a:off x="1178197" y="459927"/>
              <a:ext cx="147414" cy="147414"/>
              <a:chOff x="0" y="0"/>
              <a:chExt cx="812800" cy="812800"/>
            </a:xfrm>
          </p:grpSpPr>
          <p:sp>
            <p:nvSpPr>
              <p:cNvPr id="4450" name="Google Shape;4450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561269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1" name="Google Shape;4451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452" name="Google Shape;4452;p19"/>
            <p:cNvGrpSpPr/>
            <p:nvPr/>
          </p:nvGrpSpPr>
          <p:grpSpPr>
            <a:xfrm>
              <a:off x="0" y="0"/>
              <a:ext cx="147414" cy="147414"/>
              <a:chOff x="0" y="0"/>
              <a:chExt cx="812800" cy="812800"/>
            </a:xfrm>
          </p:grpSpPr>
          <p:sp>
            <p:nvSpPr>
              <p:cNvPr id="4453" name="Google Shape;4453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CEA8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4" name="Google Shape;4454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4455" name="Google Shape;4455;p19"/>
          <p:cNvGrpSpPr/>
          <p:nvPr/>
        </p:nvGrpSpPr>
        <p:grpSpPr>
          <a:xfrm rot="10800000">
            <a:off x="17626374" y="8612163"/>
            <a:ext cx="110560" cy="110560"/>
            <a:chOff x="0" y="0"/>
            <a:chExt cx="812800" cy="812800"/>
          </a:xfrm>
        </p:grpSpPr>
        <p:sp>
          <p:nvSpPr>
            <p:cNvPr id="4456" name="Google Shape;4456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7" name="Google Shape;4457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458" name="Google Shape;4458;p19"/>
          <p:cNvGrpSpPr/>
          <p:nvPr/>
        </p:nvGrpSpPr>
        <p:grpSpPr>
          <a:xfrm rot="10800000">
            <a:off x="17449280" y="8612163"/>
            <a:ext cx="110560" cy="110560"/>
            <a:chOff x="0" y="0"/>
            <a:chExt cx="812800" cy="812800"/>
          </a:xfrm>
        </p:grpSpPr>
        <p:sp>
          <p:nvSpPr>
            <p:cNvPr id="4459" name="Google Shape;4459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0" name="Google Shape;4460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461" name="Google Shape;4461;p19"/>
          <p:cNvGrpSpPr/>
          <p:nvPr/>
        </p:nvGrpSpPr>
        <p:grpSpPr>
          <a:xfrm rot="10800000">
            <a:off x="17449280" y="8431031"/>
            <a:ext cx="110560" cy="110560"/>
            <a:chOff x="0" y="0"/>
            <a:chExt cx="812800" cy="812800"/>
          </a:xfrm>
        </p:grpSpPr>
        <p:sp>
          <p:nvSpPr>
            <p:cNvPr id="4462" name="Google Shape;4462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3" name="Google Shape;4463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464" name="Google Shape;4464;p19"/>
          <p:cNvGrpSpPr/>
          <p:nvPr/>
        </p:nvGrpSpPr>
        <p:grpSpPr>
          <a:xfrm rot="10800000">
            <a:off x="17626374" y="8431031"/>
            <a:ext cx="110560" cy="110560"/>
            <a:chOff x="0" y="0"/>
            <a:chExt cx="812800" cy="812800"/>
          </a:xfrm>
        </p:grpSpPr>
        <p:sp>
          <p:nvSpPr>
            <p:cNvPr id="4465" name="Google Shape;4465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6" name="Google Shape;4466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467" name="Google Shape;4467;p19"/>
          <p:cNvGrpSpPr/>
          <p:nvPr/>
        </p:nvGrpSpPr>
        <p:grpSpPr>
          <a:xfrm rot="10800000">
            <a:off x="17626374" y="8249899"/>
            <a:ext cx="110560" cy="110560"/>
            <a:chOff x="0" y="0"/>
            <a:chExt cx="812800" cy="812800"/>
          </a:xfrm>
        </p:grpSpPr>
        <p:sp>
          <p:nvSpPr>
            <p:cNvPr id="4468" name="Google Shape;4468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9" name="Google Shape;4469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470" name="Google Shape;4470;p19"/>
          <p:cNvGrpSpPr/>
          <p:nvPr/>
        </p:nvGrpSpPr>
        <p:grpSpPr>
          <a:xfrm rot="10800000">
            <a:off x="17449280" y="8249899"/>
            <a:ext cx="110560" cy="110560"/>
            <a:chOff x="0" y="0"/>
            <a:chExt cx="812800" cy="812800"/>
          </a:xfrm>
        </p:grpSpPr>
        <p:sp>
          <p:nvSpPr>
            <p:cNvPr id="4471" name="Google Shape;4471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2" name="Google Shape;4472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473" name="Google Shape;4473;p19"/>
          <p:cNvGrpSpPr/>
          <p:nvPr/>
        </p:nvGrpSpPr>
        <p:grpSpPr>
          <a:xfrm rot="10800000">
            <a:off x="17449280" y="8068767"/>
            <a:ext cx="110560" cy="110560"/>
            <a:chOff x="0" y="0"/>
            <a:chExt cx="812800" cy="812800"/>
          </a:xfrm>
        </p:grpSpPr>
        <p:sp>
          <p:nvSpPr>
            <p:cNvPr id="4474" name="Google Shape;4474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5" name="Google Shape;4475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476" name="Google Shape;4476;p19"/>
          <p:cNvGrpSpPr/>
          <p:nvPr/>
        </p:nvGrpSpPr>
        <p:grpSpPr>
          <a:xfrm rot="10800000">
            <a:off x="17626374" y="8068767"/>
            <a:ext cx="110560" cy="110560"/>
            <a:chOff x="0" y="0"/>
            <a:chExt cx="812800" cy="812800"/>
          </a:xfrm>
        </p:grpSpPr>
        <p:sp>
          <p:nvSpPr>
            <p:cNvPr id="4477" name="Google Shape;4477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8" name="Google Shape;4478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479" name="Google Shape;4479;p19"/>
          <p:cNvGrpSpPr/>
          <p:nvPr/>
        </p:nvGrpSpPr>
        <p:grpSpPr>
          <a:xfrm rot="10800000">
            <a:off x="17626374" y="7887635"/>
            <a:ext cx="110560" cy="110560"/>
            <a:chOff x="0" y="0"/>
            <a:chExt cx="812800" cy="812800"/>
          </a:xfrm>
        </p:grpSpPr>
        <p:sp>
          <p:nvSpPr>
            <p:cNvPr id="4480" name="Google Shape;4480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1" name="Google Shape;4481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482" name="Google Shape;4482;p19"/>
          <p:cNvGrpSpPr/>
          <p:nvPr/>
        </p:nvGrpSpPr>
        <p:grpSpPr>
          <a:xfrm rot="10800000">
            <a:off x="17449280" y="7887635"/>
            <a:ext cx="110560" cy="110560"/>
            <a:chOff x="0" y="0"/>
            <a:chExt cx="812800" cy="812800"/>
          </a:xfrm>
        </p:grpSpPr>
        <p:sp>
          <p:nvSpPr>
            <p:cNvPr id="4483" name="Google Shape;4483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4" name="Google Shape;4484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485" name="Google Shape;4485;p19"/>
          <p:cNvGrpSpPr/>
          <p:nvPr/>
        </p:nvGrpSpPr>
        <p:grpSpPr>
          <a:xfrm rot="10800000">
            <a:off x="17449280" y="7706502"/>
            <a:ext cx="110560" cy="110560"/>
            <a:chOff x="0" y="0"/>
            <a:chExt cx="812800" cy="812800"/>
          </a:xfrm>
        </p:grpSpPr>
        <p:sp>
          <p:nvSpPr>
            <p:cNvPr id="4486" name="Google Shape;4486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7" name="Google Shape;4487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488" name="Google Shape;4488;p19"/>
          <p:cNvGrpSpPr/>
          <p:nvPr/>
        </p:nvGrpSpPr>
        <p:grpSpPr>
          <a:xfrm rot="10800000">
            <a:off x="17626374" y="7706502"/>
            <a:ext cx="110560" cy="110560"/>
            <a:chOff x="0" y="0"/>
            <a:chExt cx="812800" cy="812800"/>
          </a:xfrm>
        </p:grpSpPr>
        <p:sp>
          <p:nvSpPr>
            <p:cNvPr id="4489" name="Google Shape;4489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0" name="Google Shape;4490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491" name="Google Shape;4491;p19"/>
          <p:cNvGrpSpPr/>
          <p:nvPr/>
        </p:nvGrpSpPr>
        <p:grpSpPr>
          <a:xfrm rot="10800000">
            <a:off x="17626374" y="7525370"/>
            <a:ext cx="110560" cy="110560"/>
            <a:chOff x="0" y="0"/>
            <a:chExt cx="812800" cy="812800"/>
          </a:xfrm>
        </p:grpSpPr>
        <p:sp>
          <p:nvSpPr>
            <p:cNvPr id="4492" name="Google Shape;4492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494" name="Google Shape;4494;p19"/>
          <p:cNvGrpSpPr/>
          <p:nvPr/>
        </p:nvGrpSpPr>
        <p:grpSpPr>
          <a:xfrm rot="10800000">
            <a:off x="17449280" y="7525370"/>
            <a:ext cx="110560" cy="110560"/>
            <a:chOff x="0" y="0"/>
            <a:chExt cx="812800" cy="812800"/>
          </a:xfrm>
        </p:grpSpPr>
        <p:sp>
          <p:nvSpPr>
            <p:cNvPr id="4495" name="Google Shape;4495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497" name="Google Shape;4497;p19"/>
          <p:cNvGrpSpPr/>
          <p:nvPr/>
        </p:nvGrpSpPr>
        <p:grpSpPr>
          <a:xfrm rot="10800000">
            <a:off x="17449280" y="7344238"/>
            <a:ext cx="110560" cy="110560"/>
            <a:chOff x="0" y="0"/>
            <a:chExt cx="812800" cy="812800"/>
          </a:xfrm>
        </p:grpSpPr>
        <p:sp>
          <p:nvSpPr>
            <p:cNvPr id="4498" name="Google Shape;4498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00" name="Google Shape;4500;p19"/>
          <p:cNvGrpSpPr/>
          <p:nvPr/>
        </p:nvGrpSpPr>
        <p:grpSpPr>
          <a:xfrm rot="10800000">
            <a:off x="17626374" y="7344238"/>
            <a:ext cx="110560" cy="110560"/>
            <a:chOff x="0" y="0"/>
            <a:chExt cx="812800" cy="812800"/>
          </a:xfrm>
        </p:grpSpPr>
        <p:sp>
          <p:nvSpPr>
            <p:cNvPr id="4501" name="Google Shape;4501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03" name="Google Shape;4503;p19"/>
          <p:cNvGrpSpPr/>
          <p:nvPr/>
        </p:nvGrpSpPr>
        <p:grpSpPr>
          <a:xfrm rot="10800000">
            <a:off x="17626374" y="7163106"/>
            <a:ext cx="110560" cy="110560"/>
            <a:chOff x="0" y="0"/>
            <a:chExt cx="812800" cy="812800"/>
          </a:xfrm>
        </p:grpSpPr>
        <p:sp>
          <p:nvSpPr>
            <p:cNvPr id="4504" name="Google Shape;4504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06" name="Google Shape;4506;p19"/>
          <p:cNvGrpSpPr/>
          <p:nvPr/>
        </p:nvGrpSpPr>
        <p:grpSpPr>
          <a:xfrm rot="10800000">
            <a:off x="17449280" y="7163106"/>
            <a:ext cx="110560" cy="110560"/>
            <a:chOff x="0" y="0"/>
            <a:chExt cx="812800" cy="812800"/>
          </a:xfrm>
        </p:grpSpPr>
        <p:sp>
          <p:nvSpPr>
            <p:cNvPr id="4507" name="Google Shape;4507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09" name="Google Shape;4509;p19"/>
          <p:cNvGrpSpPr/>
          <p:nvPr/>
        </p:nvGrpSpPr>
        <p:grpSpPr>
          <a:xfrm rot="10800000">
            <a:off x="17449280" y="6981974"/>
            <a:ext cx="110560" cy="110560"/>
            <a:chOff x="0" y="0"/>
            <a:chExt cx="812800" cy="812800"/>
          </a:xfrm>
        </p:grpSpPr>
        <p:sp>
          <p:nvSpPr>
            <p:cNvPr id="4510" name="Google Shape;4510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12" name="Google Shape;4512;p19"/>
          <p:cNvGrpSpPr/>
          <p:nvPr/>
        </p:nvGrpSpPr>
        <p:grpSpPr>
          <a:xfrm rot="10800000">
            <a:off x="17626374" y="6981974"/>
            <a:ext cx="110560" cy="110560"/>
            <a:chOff x="0" y="0"/>
            <a:chExt cx="812800" cy="812800"/>
          </a:xfrm>
        </p:grpSpPr>
        <p:sp>
          <p:nvSpPr>
            <p:cNvPr id="4513" name="Google Shape;4513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15" name="Google Shape;4515;p19"/>
          <p:cNvGrpSpPr/>
          <p:nvPr/>
        </p:nvGrpSpPr>
        <p:grpSpPr>
          <a:xfrm rot="10800000">
            <a:off x="17626374" y="6800841"/>
            <a:ext cx="110560" cy="110560"/>
            <a:chOff x="0" y="0"/>
            <a:chExt cx="812800" cy="812800"/>
          </a:xfrm>
        </p:grpSpPr>
        <p:sp>
          <p:nvSpPr>
            <p:cNvPr id="4516" name="Google Shape;4516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517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18" name="Google Shape;4518;p19"/>
          <p:cNvGrpSpPr/>
          <p:nvPr/>
        </p:nvGrpSpPr>
        <p:grpSpPr>
          <a:xfrm rot="10800000">
            <a:off x="17449280" y="6800841"/>
            <a:ext cx="110560" cy="110560"/>
            <a:chOff x="0" y="0"/>
            <a:chExt cx="812800" cy="812800"/>
          </a:xfrm>
        </p:grpSpPr>
        <p:sp>
          <p:nvSpPr>
            <p:cNvPr id="4519" name="Google Shape;4519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21" name="Google Shape;4521;p19"/>
          <p:cNvGrpSpPr/>
          <p:nvPr/>
        </p:nvGrpSpPr>
        <p:grpSpPr>
          <a:xfrm rot="10800000">
            <a:off x="17449280" y="6619709"/>
            <a:ext cx="110560" cy="110560"/>
            <a:chOff x="0" y="0"/>
            <a:chExt cx="812800" cy="812800"/>
          </a:xfrm>
        </p:grpSpPr>
        <p:sp>
          <p:nvSpPr>
            <p:cNvPr id="4522" name="Google Shape;4522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24" name="Google Shape;4524;p19"/>
          <p:cNvGrpSpPr/>
          <p:nvPr/>
        </p:nvGrpSpPr>
        <p:grpSpPr>
          <a:xfrm rot="10800000">
            <a:off x="17626374" y="6619709"/>
            <a:ext cx="110560" cy="110560"/>
            <a:chOff x="0" y="0"/>
            <a:chExt cx="812800" cy="812800"/>
          </a:xfrm>
        </p:grpSpPr>
        <p:sp>
          <p:nvSpPr>
            <p:cNvPr id="4525" name="Google Shape;4525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27" name="Google Shape;4527;p19"/>
          <p:cNvGrpSpPr/>
          <p:nvPr/>
        </p:nvGrpSpPr>
        <p:grpSpPr>
          <a:xfrm rot="10800000">
            <a:off x="17626374" y="6438577"/>
            <a:ext cx="110560" cy="110560"/>
            <a:chOff x="0" y="0"/>
            <a:chExt cx="812800" cy="812800"/>
          </a:xfrm>
        </p:grpSpPr>
        <p:sp>
          <p:nvSpPr>
            <p:cNvPr id="4528" name="Google Shape;4528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30" name="Google Shape;4530;p19"/>
          <p:cNvGrpSpPr/>
          <p:nvPr/>
        </p:nvGrpSpPr>
        <p:grpSpPr>
          <a:xfrm rot="10800000">
            <a:off x="17449280" y="6438577"/>
            <a:ext cx="110560" cy="110560"/>
            <a:chOff x="0" y="0"/>
            <a:chExt cx="812800" cy="812800"/>
          </a:xfrm>
        </p:grpSpPr>
        <p:sp>
          <p:nvSpPr>
            <p:cNvPr id="4531" name="Google Shape;4531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33" name="Google Shape;4533;p19"/>
          <p:cNvGrpSpPr/>
          <p:nvPr/>
        </p:nvGrpSpPr>
        <p:grpSpPr>
          <a:xfrm rot="10800000">
            <a:off x="17449280" y="6257445"/>
            <a:ext cx="110560" cy="110560"/>
            <a:chOff x="0" y="0"/>
            <a:chExt cx="812800" cy="812800"/>
          </a:xfrm>
        </p:grpSpPr>
        <p:sp>
          <p:nvSpPr>
            <p:cNvPr id="4534" name="Google Shape;4534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36" name="Google Shape;4536;p19"/>
          <p:cNvGrpSpPr/>
          <p:nvPr/>
        </p:nvGrpSpPr>
        <p:grpSpPr>
          <a:xfrm rot="10800000">
            <a:off x="17626374" y="6257445"/>
            <a:ext cx="110560" cy="110560"/>
            <a:chOff x="0" y="0"/>
            <a:chExt cx="812800" cy="812800"/>
          </a:xfrm>
        </p:grpSpPr>
        <p:sp>
          <p:nvSpPr>
            <p:cNvPr id="4537" name="Google Shape;4537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39" name="Google Shape;4539;p19"/>
          <p:cNvGrpSpPr/>
          <p:nvPr/>
        </p:nvGrpSpPr>
        <p:grpSpPr>
          <a:xfrm rot="10800000">
            <a:off x="17626374" y="6076312"/>
            <a:ext cx="110560" cy="110560"/>
            <a:chOff x="0" y="0"/>
            <a:chExt cx="812800" cy="812800"/>
          </a:xfrm>
        </p:grpSpPr>
        <p:sp>
          <p:nvSpPr>
            <p:cNvPr id="4540" name="Google Shape;4540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42" name="Google Shape;4542;p19"/>
          <p:cNvGrpSpPr/>
          <p:nvPr/>
        </p:nvGrpSpPr>
        <p:grpSpPr>
          <a:xfrm rot="10800000">
            <a:off x="17449280" y="6076312"/>
            <a:ext cx="110560" cy="110560"/>
            <a:chOff x="0" y="0"/>
            <a:chExt cx="812800" cy="812800"/>
          </a:xfrm>
        </p:grpSpPr>
        <p:sp>
          <p:nvSpPr>
            <p:cNvPr id="4543" name="Google Shape;4543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45" name="Google Shape;4545;p19"/>
          <p:cNvGrpSpPr/>
          <p:nvPr/>
        </p:nvGrpSpPr>
        <p:grpSpPr>
          <a:xfrm rot="10800000">
            <a:off x="17449280" y="5895180"/>
            <a:ext cx="110560" cy="110560"/>
            <a:chOff x="0" y="0"/>
            <a:chExt cx="812800" cy="812800"/>
          </a:xfrm>
        </p:grpSpPr>
        <p:sp>
          <p:nvSpPr>
            <p:cNvPr id="4546" name="Google Shape;4546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48" name="Google Shape;4548;p19"/>
          <p:cNvGrpSpPr/>
          <p:nvPr/>
        </p:nvGrpSpPr>
        <p:grpSpPr>
          <a:xfrm rot="10800000">
            <a:off x="17626374" y="5895180"/>
            <a:ext cx="110560" cy="110560"/>
            <a:chOff x="0" y="0"/>
            <a:chExt cx="812800" cy="812800"/>
          </a:xfrm>
        </p:grpSpPr>
        <p:sp>
          <p:nvSpPr>
            <p:cNvPr id="4549" name="Google Shape;4549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51" name="Google Shape;4551;p19"/>
          <p:cNvGrpSpPr/>
          <p:nvPr/>
        </p:nvGrpSpPr>
        <p:grpSpPr>
          <a:xfrm rot="10800000">
            <a:off x="17626374" y="5714048"/>
            <a:ext cx="110560" cy="110560"/>
            <a:chOff x="0" y="0"/>
            <a:chExt cx="812800" cy="812800"/>
          </a:xfrm>
        </p:grpSpPr>
        <p:sp>
          <p:nvSpPr>
            <p:cNvPr id="4552" name="Google Shape;4552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4553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54" name="Google Shape;4554;p19"/>
          <p:cNvGrpSpPr/>
          <p:nvPr/>
        </p:nvGrpSpPr>
        <p:grpSpPr>
          <a:xfrm rot="10800000">
            <a:off x="17449280" y="5714048"/>
            <a:ext cx="110560" cy="110560"/>
            <a:chOff x="0" y="0"/>
            <a:chExt cx="812800" cy="812800"/>
          </a:xfrm>
        </p:grpSpPr>
        <p:sp>
          <p:nvSpPr>
            <p:cNvPr id="4555" name="Google Shape;4555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6" name="Google Shape;4556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57" name="Google Shape;4557;p19"/>
          <p:cNvGrpSpPr/>
          <p:nvPr/>
        </p:nvGrpSpPr>
        <p:grpSpPr>
          <a:xfrm rot="10800000">
            <a:off x="17803468" y="8612163"/>
            <a:ext cx="110560" cy="110560"/>
            <a:chOff x="0" y="0"/>
            <a:chExt cx="812800" cy="812800"/>
          </a:xfrm>
        </p:grpSpPr>
        <p:sp>
          <p:nvSpPr>
            <p:cNvPr id="4558" name="Google Shape;4558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9" name="Google Shape;4559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60" name="Google Shape;4560;p19"/>
          <p:cNvGrpSpPr/>
          <p:nvPr/>
        </p:nvGrpSpPr>
        <p:grpSpPr>
          <a:xfrm rot="10800000">
            <a:off x="17803468" y="8431031"/>
            <a:ext cx="110560" cy="110560"/>
            <a:chOff x="0" y="0"/>
            <a:chExt cx="812800" cy="812800"/>
          </a:xfrm>
        </p:grpSpPr>
        <p:sp>
          <p:nvSpPr>
            <p:cNvPr id="4561" name="Google Shape;4561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4562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63" name="Google Shape;4563;p19"/>
          <p:cNvGrpSpPr/>
          <p:nvPr/>
        </p:nvGrpSpPr>
        <p:grpSpPr>
          <a:xfrm rot="10800000">
            <a:off x="17803468" y="8249899"/>
            <a:ext cx="110560" cy="110560"/>
            <a:chOff x="0" y="0"/>
            <a:chExt cx="812800" cy="812800"/>
          </a:xfrm>
        </p:grpSpPr>
        <p:sp>
          <p:nvSpPr>
            <p:cNvPr id="4564" name="Google Shape;4564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4565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66" name="Google Shape;4566;p19"/>
          <p:cNvGrpSpPr/>
          <p:nvPr/>
        </p:nvGrpSpPr>
        <p:grpSpPr>
          <a:xfrm rot="10800000">
            <a:off x="17803468" y="8068767"/>
            <a:ext cx="110560" cy="110560"/>
            <a:chOff x="0" y="0"/>
            <a:chExt cx="812800" cy="812800"/>
          </a:xfrm>
        </p:grpSpPr>
        <p:sp>
          <p:nvSpPr>
            <p:cNvPr id="4567" name="Google Shape;4567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4568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69" name="Google Shape;4569;p19"/>
          <p:cNvGrpSpPr/>
          <p:nvPr/>
        </p:nvGrpSpPr>
        <p:grpSpPr>
          <a:xfrm rot="10800000">
            <a:off x="17803468" y="7887635"/>
            <a:ext cx="110560" cy="110560"/>
            <a:chOff x="0" y="0"/>
            <a:chExt cx="812800" cy="812800"/>
          </a:xfrm>
        </p:grpSpPr>
        <p:sp>
          <p:nvSpPr>
            <p:cNvPr id="4570" name="Google Shape;4570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4571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72" name="Google Shape;4572;p19"/>
          <p:cNvGrpSpPr/>
          <p:nvPr/>
        </p:nvGrpSpPr>
        <p:grpSpPr>
          <a:xfrm rot="10800000">
            <a:off x="17803468" y="7706502"/>
            <a:ext cx="110560" cy="110560"/>
            <a:chOff x="0" y="0"/>
            <a:chExt cx="812800" cy="812800"/>
          </a:xfrm>
        </p:grpSpPr>
        <p:sp>
          <p:nvSpPr>
            <p:cNvPr id="4573" name="Google Shape;4573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4" name="Google Shape;4574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75" name="Google Shape;4575;p19"/>
          <p:cNvGrpSpPr/>
          <p:nvPr/>
        </p:nvGrpSpPr>
        <p:grpSpPr>
          <a:xfrm rot="10800000">
            <a:off x="17803468" y="7525370"/>
            <a:ext cx="110560" cy="110560"/>
            <a:chOff x="0" y="0"/>
            <a:chExt cx="812800" cy="812800"/>
          </a:xfrm>
        </p:grpSpPr>
        <p:sp>
          <p:nvSpPr>
            <p:cNvPr id="4576" name="Google Shape;4576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4577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78" name="Google Shape;4578;p19"/>
          <p:cNvGrpSpPr/>
          <p:nvPr/>
        </p:nvGrpSpPr>
        <p:grpSpPr>
          <a:xfrm rot="10800000">
            <a:off x="17803468" y="7344238"/>
            <a:ext cx="110560" cy="110560"/>
            <a:chOff x="0" y="0"/>
            <a:chExt cx="812800" cy="812800"/>
          </a:xfrm>
        </p:grpSpPr>
        <p:sp>
          <p:nvSpPr>
            <p:cNvPr id="4579" name="Google Shape;4579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0" name="Google Shape;4580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81" name="Google Shape;4581;p19"/>
          <p:cNvGrpSpPr/>
          <p:nvPr/>
        </p:nvGrpSpPr>
        <p:grpSpPr>
          <a:xfrm rot="10800000">
            <a:off x="17803468" y="7163106"/>
            <a:ext cx="110560" cy="110560"/>
            <a:chOff x="0" y="0"/>
            <a:chExt cx="812800" cy="812800"/>
          </a:xfrm>
        </p:grpSpPr>
        <p:sp>
          <p:nvSpPr>
            <p:cNvPr id="4582" name="Google Shape;4582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4583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84" name="Google Shape;4584;p19"/>
          <p:cNvGrpSpPr/>
          <p:nvPr/>
        </p:nvGrpSpPr>
        <p:grpSpPr>
          <a:xfrm rot="10800000">
            <a:off x="17803468" y="6981974"/>
            <a:ext cx="110560" cy="110560"/>
            <a:chOff x="0" y="0"/>
            <a:chExt cx="812800" cy="812800"/>
          </a:xfrm>
        </p:grpSpPr>
        <p:sp>
          <p:nvSpPr>
            <p:cNvPr id="4585" name="Google Shape;4585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87" name="Google Shape;4587;p19"/>
          <p:cNvGrpSpPr/>
          <p:nvPr/>
        </p:nvGrpSpPr>
        <p:grpSpPr>
          <a:xfrm rot="10800000">
            <a:off x="17803468" y="6800841"/>
            <a:ext cx="110560" cy="110560"/>
            <a:chOff x="0" y="0"/>
            <a:chExt cx="812800" cy="812800"/>
          </a:xfrm>
        </p:grpSpPr>
        <p:sp>
          <p:nvSpPr>
            <p:cNvPr id="4588" name="Google Shape;4588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4589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90" name="Google Shape;4590;p19"/>
          <p:cNvGrpSpPr/>
          <p:nvPr/>
        </p:nvGrpSpPr>
        <p:grpSpPr>
          <a:xfrm rot="10800000">
            <a:off x="17803468" y="6619709"/>
            <a:ext cx="110560" cy="110560"/>
            <a:chOff x="0" y="0"/>
            <a:chExt cx="812800" cy="812800"/>
          </a:xfrm>
        </p:grpSpPr>
        <p:sp>
          <p:nvSpPr>
            <p:cNvPr id="4591" name="Google Shape;4591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93" name="Google Shape;4593;p19"/>
          <p:cNvGrpSpPr/>
          <p:nvPr/>
        </p:nvGrpSpPr>
        <p:grpSpPr>
          <a:xfrm rot="10800000">
            <a:off x="17803468" y="6438577"/>
            <a:ext cx="110560" cy="110560"/>
            <a:chOff x="0" y="0"/>
            <a:chExt cx="812800" cy="812800"/>
          </a:xfrm>
        </p:grpSpPr>
        <p:sp>
          <p:nvSpPr>
            <p:cNvPr id="4594" name="Google Shape;4594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5" name="Google Shape;4595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96" name="Google Shape;4596;p19"/>
          <p:cNvGrpSpPr/>
          <p:nvPr/>
        </p:nvGrpSpPr>
        <p:grpSpPr>
          <a:xfrm rot="10800000">
            <a:off x="17803468" y="6257445"/>
            <a:ext cx="110560" cy="110560"/>
            <a:chOff x="0" y="0"/>
            <a:chExt cx="812800" cy="812800"/>
          </a:xfrm>
        </p:grpSpPr>
        <p:sp>
          <p:nvSpPr>
            <p:cNvPr id="4597" name="Google Shape;4597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4598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599" name="Google Shape;4599;p19"/>
          <p:cNvGrpSpPr/>
          <p:nvPr/>
        </p:nvGrpSpPr>
        <p:grpSpPr>
          <a:xfrm rot="10800000">
            <a:off x="17803468" y="6076312"/>
            <a:ext cx="110560" cy="110560"/>
            <a:chOff x="0" y="0"/>
            <a:chExt cx="812800" cy="812800"/>
          </a:xfrm>
        </p:grpSpPr>
        <p:sp>
          <p:nvSpPr>
            <p:cNvPr id="4600" name="Google Shape;4600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02" name="Google Shape;4602;p19"/>
          <p:cNvGrpSpPr/>
          <p:nvPr/>
        </p:nvGrpSpPr>
        <p:grpSpPr>
          <a:xfrm rot="10800000">
            <a:off x="17803468" y="5895180"/>
            <a:ext cx="110560" cy="110560"/>
            <a:chOff x="0" y="0"/>
            <a:chExt cx="812800" cy="812800"/>
          </a:xfrm>
        </p:grpSpPr>
        <p:sp>
          <p:nvSpPr>
            <p:cNvPr id="4603" name="Google Shape;4603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4" name="Google Shape;4604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05" name="Google Shape;4605;p19"/>
          <p:cNvGrpSpPr/>
          <p:nvPr/>
        </p:nvGrpSpPr>
        <p:grpSpPr>
          <a:xfrm rot="10800000">
            <a:off x="17803468" y="5714048"/>
            <a:ext cx="110560" cy="110560"/>
            <a:chOff x="0" y="0"/>
            <a:chExt cx="812800" cy="812800"/>
          </a:xfrm>
        </p:grpSpPr>
        <p:sp>
          <p:nvSpPr>
            <p:cNvPr id="4606" name="Google Shape;4606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7" name="Google Shape;4607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08" name="Google Shape;4608;p19"/>
          <p:cNvGrpSpPr/>
          <p:nvPr/>
        </p:nvGrpSpPr>
        <p:grpSpPr>
          <a:xfrm rot="10800000">
            <a:off x="17980563" y="8612163"/>
            <a:ext cx="110560" cy="110560"/>
            <a:chOff x="0" y="0"/>
            <a:chExt cx="812800" cy="812800"/>
          </a:xfrm>
        </p:grpSpPr>
        <p:sp>
          <p:nvSpPr>
            <p:cNvPr id="4609" name="Google Shape;4609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0" name="Google Shape;4610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11" name="Google Shape;4611;p19"/>
          <p:cNvGrpSpPr/>
          <p:nvPr/>
        </p:nvGrpSpPr>
        <p:grpSpPr>
          <a:xfrm rot="10800000">
            <a:off x="17980563" y="8431031"/>
            <a:ext cx="110560" cy="110560"/>
            <a:chOff x="0" y="0"/>
            <a:chExt cx="812800" cy="812800"/>
          </a:xfrm>
        </p:grpSpPr>
        <p:sp>
          <p:nvSpPr>
            <p:cNvPr id="4612" name="Google Shape;4612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3" name="Google Shape;4613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14" name="Google Shape;4614;p19"/>
          <p:cNvGrpSpPr/>
          <p:nvPr/>
        </p:nvGrpSpPr>
        <p:grpSpPr>
          <a:xfrm rot="10800000">
            <a:off x="17980563" y="8249899"/>
            <a:ext cx="110560" cy="110560"/>
            <a:chOff x="0" y="0"/>
            <a:chExt cx="812800" cy="812800"/>
          </a:xfrm>
        </p:grpSpPr>
        <p:sp>
          <p:nvSpPr>
            <p:cNvPr id="4615" name="Google Shape;4615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4616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17" name="Google Shape;4617;p19"/>
          <p:cNvGrpSpPr/>
          <p:nvPr/>
        </p:nvGrpSpPr>
        <p:grpSpPr>
          <a:xfrm rot="10800000">
            <a:off x="17980563" y="8068767"/>
            <a:ext cx="110560" cy="110560"/>
            <a:chOff x="0" y="0"/>
            <a:chExt cx="812800" cy="812800"/>
          </a:xfrm>
        </p:grpSpPr>
        <p:sp>
          <p:nvSpPr>
            <p:cNvPr id="4618" name="Google Shape;4618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9" name="Google Shape;4619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20" name="Google Shape;4620;p19"/>
          <p:cNvGrpSpPr/>
          <p:nvPr/>
        </p:nvGrpSpPr>
        <p:grpSpPr>
          <a:xfrm rot="10800000">
            <a:off x="17980563" y="7887635"/>
            <a:ext cx="110560" cy="110560"/>
            <a:chOff x="0" y="0"/>
            <a:chExt cx="812800" cy="812800"/>
          </a:xfrm>
        </p:grpSpPr>
        <p:sp>
          <p:nvSpPr>
            <p:cNvPr id="4621" name="Google Shape;4621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2" name="Google Shape;4622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23" name="Google Shape;4623;p19"/>
          <p:cNvGrpSpPr/>
          <p:nvPr/>
        </p:nvGrpSpPr>
        <p:grpSpPr>
          <a:xfrm rot="10800000">
            <a:off x="17980563" y="7706502"/>
            <a:ext cx="110560" cy="110560"/>
            <a:chOff x="0" y="0"/>
            <a:chExt cx="812800" cy="812800"/>
          </a:xfrm>
        </p:grpSpPr>
        <p:sp>
          <p:nvSpPr>
            <p:cNvPr id="4624" name="Google Shape;4624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5" name="Google Shape;4625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26" name="Google Shape;4626;p19"/>
          <p:cNvGrpSpPr/>
          <p:nvPr/>
        </p:nvGrpSpPr>
        <p:grpSpPr>
          <a:xfrm rot="10800000">
            <a:off x="17980563" y="7525370"/>
            <a:ext cx="110560" cy="110560"/>
            <a:chOff x="0" y="0"/>
            <a:chExt cx="812800" cy="812800"/>
          </a:xfrm>
        </p:grpSpPr>
        <p:sp>
          <p:nvSpPr>
            <p:cNvPr id="4627" name="Google Shape;4627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8" name="Google Shape;4628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29" name="Google Shape;4629;p19"/>
          <p:cNvGrpSpPr/>
          <p:nvPr/>
        </p:nvGrpSpPr>
        <p:grpSpPr>
          <a:xfrm rot="10800000">
            <a:off x="17980563" y="7344238"/>
            <a:ext cx="110560" cy="110560"/>
            <a:chOff x="0" y="0"/>
            <a:chExt cx="812800" cy="812800"/>
          </a:xfrm>
        </p:grpSpPr>
        <p:sp>
          <p:nvSpPr>
            <p:cNvPr id="4630" name="Google Shape;4630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1" name="Google Shape;4631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32" name="Google Shape;4632;p19"/>
          <p:cNvGrpSpPr/>
          <p:nvPr/>
        </p:nvGrpSpPr>
        <p:grpSpPr>
          <a:xfrm rot="10800000">
            <a:off x="17980563" y="7163106"/>
            <a:ext cx="110560" cy="110560"/>
            <a:chOff x="0" y="0"/>
            <a:chExt cx="812800" cy="812800"/>
          </a:xfrm>
        </p:grpSpPr>
        <p:sp>
          <p:nvSpPr>
            <p:cNvPr id="4633" name="Google Shape;4633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4" name="Google Shape;4634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35" name="Google Shape;4635;p19"/>
          <p:cNvGrpSpPr/>
          <p:nvPr/>
        </p:nvGrpSpPr>
        <p:grpSpPr>
          <a:xfrm rot="10800000">
            <a:off x="17980563" y="6981974"/>
            <a:ext cx="110560" cy="110560"/>
            <a:chOff x="0" y="0"/>
            <a:chExt cx="812800" cy="812800"/>
          </a:xfrm>
        </p:grpSpPr>
        <p:sp>
          <p:nvSpPr>
            <p:cNvPr id="4636" name="Google Shape;4636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7" name="Google Shape;4637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38" name="Google Shape;4638;p19"/>
          <p:cNvGrpSpPr/>
          <p:nvPr/>
        </p:nvGrpSpPr>
        <p:grpSpPr>
          <a:xfrm rot="10800000">
            <a:off x="17980563" y="6800841"/>
            <a:ext cx="110560" cy="110560"/>
            <a:chOff x="0" y="0"/>
            <a:chExt cx="812800" cy="812800"/>
          </a:xfrm>
        </p:grpSpPr>
        <p:sp>
          <p:nvSpPr>
            <p:cNvPr id="4639" name="Google Shape;4639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0" name="Google Shape;4640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41" name="Google Shape;4641;p19"/>
          <p:cNvGrpSpPr/>
          <p:nvPr/>
        </p:nvGrpSpPr>
        <p:grpSpPr>
          <a:xfrm rot="10800000">
            <a:off x="17980563" y="6619709"/>
            <a:ext cx="110560" cy="110560"/>
            <a:chOff x="0" y="0"/>
            <a:chExt cx="812800" cy="812800"/>
          </a:xfrm>
        </p:grpSpPr>
        <p:sp>
          <p:nvSpPr>
            <p:cNvPr id="4642" name="Google Shape;4642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3" name="Google Shape;4643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44" name="Google Shape;4644;p19"/>
          <p:cNvGrpSpPr/>
          <p:nvPr/>
        </p:nvGrpSpPr>
        <p:grpSpPr>
          <a:xfrm rot="10800000">
            <a:off x="17980563" y="6438577"/>
            <a:ext cx="110560" cy="110560"/>
            <a:chOff x="0" y="0"/>
            <a:chExt cx="812800" cy="812800"/>
          </a:xfrm>
        </p:grpSpPr>
        <p:sp>
          <p:nvSpPr>
            <p:cNvPr id="4645" name="Google Shape;4645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6" name="Google Shape;4646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47" name="Google Shape;4647;p19"/>
          <p:cNvGrpSpPr/>
          <p:nvPr/>
        </p:nvGrpSpPr>
        <p:grpSpPr>
          <a:xfrm rot="10800000">
            <a:off x="17980563" y="6257445"/>
            <a:ext cx="110560" cy="110560"/>
            <a:chOff x="0" y="0"/>
            <a:chExt cx="812800" cy="812800"/>
          </a:xfrm>
        </p:grpSpPr>
        <p:sp>
          <p:nvSpPr>
            <p:cNvPr id="4648" name="Google Shape;4648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9" name="Google Shape;4649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50" name="Google Shape;4650;p19"/>
          <p:cNvGrpSpPr/>
          <p:nvPr/>
        </p:nvGrpSpPr>
        <p:grpSpPr>
          <a:xfrm rot="10800000">
            <a:off x="17980563" y="6076312"/>
            <a:ext cx="110560" cy="110560"/>
            <a:chOff x="0" y="0"/>
            <a:chExt cx="812800" cy="812800"/>
          </a:xfrm>
        </p:grpSpPr>
        <p:sp>
          <p:nvSpPr>
            <p:cNvPr id="4651" name="Google Shape;4651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2" name="Google Shape;4652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53" name="Google Shape;4653;p19"/>
          <p:cNvGrpSpPr/>
          <p:nvPr/>
        </p:nvGrpSpPr>
        <p:grpSpPr>
          <a:xfrm rot="10800000">
            <a:off x="17980563" y="5895180"/>
            <a:ext cx="110560" cy="110560"/>
            <a:chOff x="0" y="0"/>
            <a:chExt cx="812800" cy="812800"/>
          </a:xfrm>
        </p:grpSpPr>
        <p:sp>
          <p:nvSpPr>
            <p:cNvPr id="4654" name="Google Shape;4654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5" name="Google Shape;4655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56" name="Google Shape;4656;p19"/>
          <p:cNvGrpSpPr/>
          <p:nvPr/>
        </p:nvGrpSpPr>
        <p:grpSpPr>
          <a:xfrm rot="10800000">
            <a:off x="17980563" y="5714048"/>
            <a:ext cx="110560" cy="110560"/>
            <a:chOff x="0" y="0"/>
            <a:chExt cx="812800" cy="812800"/>
          </a:xfrm>
        </p:grpSpPr>
        <p:sp>
          <p:nvSpPr>
            <p:cNvPr id="4657" name="Google Shape;4657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8" name="Google Shape;4658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59" name="Google Shape;4659;p19"/>
          <p:cNvGrpSpPr/>
          <p:nvPr/>
        </p:nvGrpSpPr>
        <p:grpSpPr>
          <a:xfrm rot="10800000">
            <a:off x="18157657" y="8431031"/>
            <a:ext cx="110560" cy="110560"/>
            <a:chOff x="0" y="0"/>
            <a:chExt cx="812800" cy="812800"/>
          </a:xfrm>
        </p:grpSpPr>
        <p:sp>
          <p:nvSpPr>
            <p:cNvPr id="4660" name="Google Shape;4660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1" name="Google Shape;4661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62" name="Google Shape;4662;p19"/>
          <p:cNvGrpSpPr/>
          <p:nvPr/>
        </p:nvGrpSpPr>
        <p:grpSpPr>
          <a:xfrm rot="10800000">
            <a:off x="18157657" y="8249899"/>
            <a:ext cx="110560" cy="110560"/>
            <a:chOff x="0" y="0"/>
            <a:chExt cx="812800" cy="812800"/>
          </a:xfrm>
        </p:grpSpPr>
        <p:sp>
          <p:nvSpPr>
            <p:cNvPr id="4663" name="Google Shape;4663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4" name="Google Shape;4664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65" name="Google Shape;4665;p19"/>
          <p:cNvGrpSpPr/>
          <p:nvPr/>
        </p:nvGrpSpPr>
        <p:grpSpPr>
          <a:xfrm rot="10800000">
            <a:off x="18157657" y="8068767"/>
            <a:ext cx="110560" cy="110560"/>
            <a:chOff x="0" y="0"/>
            <a:chExt cx="812800" cy="812800"/>
          </a:xfrm>
        </p:grpSpPr>
        <p:sp>
          <p:nvSpPr>
            <p:cNvPr id="4666" name="Google Shape;4666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7" name="Google Shape;4667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68" name="Google Shape;4668;p19"/>
          <p:cNvGrpSpPr/>
          <p:nvPr/>
        </p:nvGrpSpPr>
        <p:grpSpPr>
          <a:xfrm rot="10800000">
            <a:off x="18157657" y="7887635"/>
            <a:ext cx="110560" cy="110560"/>
            <a:chOff x="0" y="0"/>
            <a:chExt cx="812800" cy="812800"/>
          </a:xfrm>
        </p:grpSpPr>
        <p:sp>
          <p:nvSpPr>
            <p:cNvPr id="4669" name="Google Shape;4669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0" name="Google Shape;4670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71" name="Google Shape;4671;p19"/>
          <p:cNvGrpSpPr/>
          <p:nvPr/>
        </p:nvGrpSpPr>
        <p:grpSpPr>
          <a:xfrm rot="10800000">
            <a:off x="18157657" y="7706502"/>
            <a:ext cx="110560" cy="110560"/>
            <a:chOff x="0" y="0"/>
            <a:chExt cx="812800" cy="812800"/>
          </a:xfrm>
        </p:grpSpPr>
        <p:sp>
          <p:nvSpPr>
            <p:cNvPr id="4672" name="Google Shape;4672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3" name="Google Shape;4673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74" name="Google Shape;4674;p19"/>
          <p:cNvGrpSpPr/>
          <p:nvPr/>
        </p:nvGrpSpPr>
        <p:grpSpPr>
          <a:xfrm rot="10800000">
            <a:off x="18157657" y="7525370"/>
            <a:ext cx="110560" cy="110560"/>
            <a:chOff x="0" y="0"/>
            <a:chExt cx="812800" cy="812800"/>
          </a:xfrm>
        </p:grpSpPr>
        <p:sp>
          <p:nvSpPr>
            <p:cNvPr id="4675" name="Google Shape;4675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6" name="Google Shape;4676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77" name="Google Shape;4677;p19"/>
          <p:cNvGrpSpPr/>
          <p:nvPr/>
        </p:nvGrpSpPr>
        <p:grpSpPr>
          <a:xfrm rot="10800000">
            <a:off x="18157657" y="7344238"/>
            <a:ext cx="110560" cy="110560"/>
            <a:chOff x="0" y="0"/>
            <a:chExt cx="812800" cy="812800"/>
          </a:xfrm>
        </p:grpSpPr>
        <p:sp>
          <p:nvSpPr>
            <p:cNvPr id="4678" name="Google Shape;4678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9" name="Google Shape;4679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80" name="Google Shape;4680;p19"/>
          <p:cNvGrpSpPr/>
          <p:nvPr/>
        </p:nvGrpSpPr>
        <p:grpSpPr>
          <a:xfrm rot="10800000">
            <a:off x="18157657" y="7163106"/>
            <a:ext cx="110560" cy="110560"/>
            <a:chOff x="0" y="0"/>
            <a:chExt cx="812800" cy="812800"/>
          </a:xfrm>
        </p:grpSpPr>
        <p:sp>
          <p:nvSpPr>
            <p:cNvPr id="4681" name="Google Shape;4681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2" name="Google Shape;4682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83" name="Google Shape;4683;p19"/>
          <p:cNvGrpSpPr/>
          <p:nvPr/>
        </p:nvGrpSpPr>
        <p:grpSpPr>
          <a:xfrm rot="10800000">
            <a:off x="18157657" y="6981974"/>
            <a:ext cx="110560" cy="110560"/>
            <a:chOff x="0" y="0"/>
            <a:chExt cx="812800" cy="812800"/>
          </a:xfrm>
        </p:grpSpPr>
        <p:sp>
          <p:nvSpPr>
            <p:cNvPr id="4684" name="Google Shape;4684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5" name="Google Shape;4685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86" name="Google Shape;4686;p19"/>
          <p:cNvGrpSpPr/>
          <p:nvPr/>
        </p:nvGrpSpPr>
        <p:grpSpPr>
          <a:xfrm rot="10800000">
            <a:off x="18157657" y="6800841"/>
            <a:ext cx="110560" cy="110560"/>
            <a:chOff x="0" y="0"/>
            <a:chExt cx="812800" cy="812800"/>
          </a:xfrm>
        </p:grpSpPr>
        <p:sp>
          <p:nvSpPr>
            <p:cNvPr id="4687" name="Google Shape;4687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8" name="Google Shape;4688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89" name="Google Shape;4689;p19"/>
          <p:cNvGrpSpPr/>
          <p:nvPr/>
        </p:nvGrpSpPr>
        <p:grpSpPr>
          <a:xfrm rot="10800000">
            <a:off x="18157657" y="6619709"/>
            <a:ext cx="110560" cy="110560"/>
            <a:chOff x="0" y="0"/>
            <a:chExt cx="812800" cy="812800"/>
          </a:xfrm>
        </p:grpSpPr>
        <p:sp>
          <p:nvSpPr>
            <p:cNvPr id="4690" name="Google Shape;4690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1" name="Google Shape;4691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92" name="Google Shape;4692;p19"/>
          <p:cNvGrpSpPr/>
          <p:nvPr/>
        </p:nvGrpSpPr>
        <p:grpSpPr>
          <a:xfrm rot="10800000">
            <a:off x="18157657" y="6438577"/>
            <a:ext cx="110560" cy="110560"/>
            <a:chOff x="0" y="0"/>
            <a:chExt cx="812800" cy="812800"/>
          </a:xfrm>
        </p:grpSpPr>
        <p:sp>
          <p:nvSpPr>
            <p:cNvPr id="4693" name="Google Shape;4693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4" name="Google Shape;4694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95" name="Google Shape;4695;p19"/>
          <p:cNvGrpSpPr/>
          <p:nvPr/>
        </p:nvGrpSpPr>
        <p:grpSpPr>
          <a:xfrm rot="10800000">
            <a:off x="18157657" y="6257445"/>
            <a:ext cx="110560" cy="110560"/>
            <a:chOff x="0" y="0"/>
            <a:chExt cx="812800" cy="812800"/>
          </a:xfrm>
        </p:grpSpPr>
        <p:sp>
          <p:nvSpPr>
            <p:cNvPr id="4696" name="Google Shape;4696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7" name="Google Shape;4697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698" name="Google Shape;4698;p19"/>
          <p:cNvGrpSpPr/>
          <p:nvPr/>
        </p:nvGrpSpPr>
        <p:grpSpPr>
          <a:xfrm rot="10800000">
            <a:off x="18157657" y="6076312"/>
            <a:ext cx="110560" cy="110560"/>
            <a:chOff x="0" y="0"/>
            <a:chExt cx="812800" cy="812800"/>
          </a:xfrm>
        </p:grpSpPr>
        <p:sp>
          <p:nvSpPr>
            <p:cNvPr id="4699" name="Google Shape;4699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0" name="Google Shape;4700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701" name="Google Shape;4701;p19"/>
          <p:cNvGrpSpPr/>
          <p:nvPr/>
        </p:nvGrpSpPr>
        <p:grpSpPr>
          <a:xfrm rot="10800000">
            <a:off x="18157657" y="5895180"/>
            <a:ext cx="110560" cy="110560"/>
            <a:chOff x="0" y="0"/>
            <a:chExt cx="812800" cy="812800"/>
          </a:xfrm>
        </p:grpSpPr>
        <p:sp>
          <p:nvSpPr>
            <p:cNvPr id="4702" name="Google Shape;4702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3" name="Google Shape;4703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704" name="Google Shape;4704;p19"/>
          <p:cNvGrpSpPr/>
          <p:nvPr/>
        </p:nvGrpSpPr>
        <p:grpSpPr>
          <a:xfrm rot="10800000">
            <a:off x="18157657" y="5714048"/>
            <a:ext cx="110560" cy="110560"/>
            <a:chOff x="0" y="0"/>
            <a:chExt cx="812800" cy="812800"/>
          </a:xfrm>
        </p:grpSpPr>
        <p:sp>
          <p:nvSpPr>
            <p:cNvPr id="4705" name="Google Shape;4705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6" name="Google Shape;4706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707" name="Google Shape;4707;p19"/>
          <p:cNvGrpSpPr/>
          <p:nvPr/>
        </p:nvGrpSpPr>
        <p:grpSpPr>
          <a:xfrm rot="10800000">
            <a:off x="17289485" y="8249899"/>
            <a:ext cx="110560" cy="110560"/>
            <a:chOff x="0" y="0"/>
            <a:chExt cx="812800" cy="812800"/>
          </a:xfrm>
        </p:grpSpPr>
        <p:sp>
          <p:nvSpPr>
            <p:cNvPr id="4708" name="Google Shape;4708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9" name="Google Shape;4709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710" name="Google Shape;4710;p19"/>
          <p:cNvGrpSpPr/>
          <p:nvPr/>
        </p:nvGrpSpPr>
        <p:grpSpPr>
          <a:xfrm rot="10800000">
            <a:off x="17289485" y="8068767"/>
            <a:ext cx="110560" cy="110560"/>
            <a:chOff x="0" y="0"/>
            <a:chExt cx="812800" cy="812800"/>
          </a:xfrm>
        </p:grpSpPr>
        <p:sp>
          <p:nvSpPr>
            <p:cNvPr id="4711" name="Google Shape;4711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2" name="Google Shape;4712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713" name="Google Shape;4713;p19"/>
          <p:cNvGrpSpPr/>
          <p:nvPr/>
        </p:nvGrpSpPr>
        <p:grpSpPr>
          <a:xfrm rot="10800000">
            <a:off x="17289485" y="7887635"/>
            <a:ext cx="110560" cy="110560"/>
            <a:chOff x="0" y="0"/>
            <a:chExt cx="812800" cy="812800"/>
          </a:xfrm>
        </p:grpSpPr>
        <p:sp>
          <p:nvSpPr>
            <p:cNvPr id="4714" name="Google Shape;4714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5" name="Google Shape;4715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716" name="Google Shape;4716;p19"/>
          <p:cNvGrpSpPr/>
          <p:nvPr/>
        </p:nvGrpSpPr>
        <p:grpSpPr>
          <a:xfrm rot="10800000">
            <a:off x="17289485" y="7706502"/>
            <a:ext cx="110560" cy="110560"/>
            <a:chOff x="0" y="0"/>
            <a:chExt cx="812800" cy="812800"/>
          </a:xfrm>
        </p:grpSpPr>
        <p:sp>
          <p:nvSpPr>
            <p:cNvPr id="4717" name="Google Shape;4717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8" name="Google Shape;4718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719" name="Google Shape;4719;p19"/>
          <p:cNvGrpSpPr/>
          <p:nvPr/>
        </p:nvGrpSpPr>
        <p:grpSpPr>
          <a:xfrm rot="10800000">
            <a:off x="17289485" y="7525370"/>
            <a:ext cx="110560" cy="110560"/>
            <a:chOff x="0" y="0"/>
            <a:chExt cx="812800" cy="812800"/>
          </a:xfrm>
        </p:grpSpPr>
        <p:sp>
          <p:nvSpPr>
            <p:cNvPr id="4720" name="Google Shape;4720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1" name="Google Shape;4721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722" name="Google Shape;4722;p19"/>
          <p:cNvGrpSpPr/>
          <p:nvPr/>
        </p:nvGrpSpPr>
        <p:grpSpPr>
          <a:xfrm rot="10800000">
            <a:off x="17289485" y="7344238"/>
            <a:ext cx="110560" cy="110560"/>
            <a:chOff x="0" y="0"/>
            <a:chExt cx="812800" cy="812800"/>
          </a:xfrm>
        </p:grpSpPr>
        <p:sp>
          <p:nvSpPr>
            <p:cNvPr id="4723" name="Google Shape;4723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4" name="Google Shape;4724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725" name="Google Shape;4725;p19"/>
          <p:cNvGrpSpPr/>
          <p:nvPr/>
        </p:nvGrpSpPr>
        <p:grpSpPr>
          <a:xfrm rot="10800000">
            <a:off x="17289485" y="7163106"/>
            <a:ext cx="110560" cy="110560"/>
            <a:chOff x="0" y="0"/>
            <a:chExt cx="812800" cy="812800"/>
          </a:xfrm>
        </p:grpSpPr>
        <p:sp>
          <p:nvSpPr>
            <p:cNvPr id="4726" name="Google Shape;4726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7" name="Google Shape;4727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728" name="Google Shape;4728;p19"/>
          <p:cNvGrpSpPr/>
          <p:nvPr/>
        </p:nvGrpSpPr>
        <p:grpSpPr>
          <a:xfrm rot="10800000">
            <a:off x="17289485" y="6981974"/>
            <a:ext cx="110560" cy="110560"/>
            <a:chOff x="0" y="0"/>
            <a:chExt cx="812800" cy="812800"/>
          </a:xfrm>
        </p:grpSpPr>
        <p:sp>
          <p:nvSpPr>
            <p:cNvPr id="4729" name="Google Shape;4729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0" name="Google Shape;4730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731" name="Google Shape;4731;p19"/>
          <p:cNvGrpSpPr/>
          <p:nvPr/>
        </p:nvGrpSpPr>
        <p:grpSpPr>
          <a:xfrm rot="10800000">
            <a:off x="17289485" y="6800841"/>
            <a:ext cx="110560" cy="110560"/>
            <a:chOff x="0" y="0"/>
            <a:chExt cx="812800" cy="812800"/>
          </a:xfrm>
        </p:grpSpPr>
        <p:sp>
          <p:nvSpPr>
            <p:cNvPr id="4732" name="Google Shape;4732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3" name="Google Shape;4733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734" name="Google Shape;4734;p19"/>
          <p:cNvGrpSpPr/>
          <p:nvPr/>
        </p:nvGrpSpPr>
        <p:grpSpPr>
          <a:xfrm rot="10800000">
            <a:off x="17289485" y="6619709"/>
            <a:ext cx="110560" cy="110560"/>
            <a:chOff x="0" y="0"/>
            <a:chExt cx="812800" cy="812800"/>
          </a:xfrm>
        </p:grpSpPr>
        <p:sp>
          <p:nvSpPr>
            <p:cNvPr id="4735" name="Google Shape;4735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6" name="Google Shape;4736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737" name="Google Shape;4737;p19"/>
          <p:cNvGrpSpPr/>
          <p:nvPr/>
        </p:nvGrpSpPr>
        <p:grpSpPr>
          <a:xfrm rot="10800000">
            <a:off x="17289485" y="6438577"/>
            <a:ext cx="110560" cy="110560"/>
            <a:chOff x="0" y="0"/>
            <a:chExt cx="812800" cy="812800"/>
          </a:xfrm>
        </p:grpSpPr>
        <p:sp>
          <p:nvSpPr>
            <p:cNvPr id="4738" name="Google Shape;4738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9" name="Google Shape;4739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740" name="Google Shape;4740;p19"/>
          <p:cNvGrpSpPr/>
          <p:nvPr/>
        </p:nvGrpSpPr>
        <p:grpSpPr>
          <a:xfrm rot="10800000">
            <a:off x="17289485" y="6257445"/>
            <a:ext cx="110560" cy="110560"/>
            <a:chOff x="0" y="0"/>
            <a:chExt cx="812800" cy="812800"/>
          </a:xfrm>
        </p:grpSpPr>
        <p:sp>
          <p:nvSpPr>
            <p:cNvPr id="4741" name="Google Shape;4741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2" name="Google Shape;4742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743" name="Google Shape;4743;p19"/>
          <p:cNvGrpSpPr/>
          <p:nvPr/>
        </p:nvGrpSpPr>
        <p:grpSpPr>
          <a:xfrm rot="10800000">
            <a:off x="17289485" y="6076312"/>
            <a:ext cx="110560" cy="110560"/>
            <a:chOff x="0" y="0"/>
            <a:chExt cx="812800" cy="812800"/>
          </a:xfrm>
        </p:grpSpPr>
        <p:sp>
          <p:nvSpPr>
            <p:cNvPr id="4744" name="Google Shape;4744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5" name="Google Shape;4745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746" name="Google Shape;4746;p19"/>
          <p:cNvGrpSpPr/>
          <p:nvPr/>
        </p:nvGrpSpPr>
        <p:grpSpPr>
          <a:xfrm rot="10800000">
            <a:off x="17289485" y="5895180"/>
            <a:ext cx="110560" cy="110560"/>
            <a:chOff x="0" y="0"/>
            <a:chExt cx="812800" cy="812800"/>
          </a:xfrm>
        </p:grpSpPr>
        <p:sp>
          <p:nvSpPr>
            <p:cNvPr id="4747" name="Google Shape;4747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8" name="Google Shape;4748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749" name="Google Shape;4749;p19"/>
          <p:cNvGrpSpPr/>
          <p:nvPr/>
        </p:nvGrpSpPr>
        <p:grpSpPr>
          <a:xfrm rot="10800000">
            <a:off x="17289485" y="5714048"/>
            <a:ext cx="110560" cy="110560"/>
            <a:chOff x="0" y="0"/>
            <a:chExt cx="812800" cy="812800"/>
          </a:xfrm>
        </p:grpSpPr>
        <p:sp>
          <p:nvSpPr>
            <p:cNvPr id="4750" name="Google Shape;4750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1" name="Google Shape;4751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752" name="Google Shape;4752;p19"/>
          <p:cNvGrpSpPr/>
          <p:nvPr/>
        </p:nvGrpSpPr>
        <p:grpSpPr>
          <a:xfrm rot="10800000">
            <a:off x="17289485" y="8431031"/>
            <a:ext cx="110560" cy="110560"/>
            <a:chOff x="0" y="0"/>
            <a:chExt cx="812800" cy="812800"/>
          </a:xfrm>
        </p:grpSpPr>
        <p:sp>
          <p:nvSpPr>
            <p:cNvPr id="4753" name="Google Shape;4753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4" name="Google Shape;4754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755" name="Google Shape;4755;p19"/>
          <p:cNvGrpSpPr/>
          <p:nvPr/>
        </p:nvGrpSpPr>
        <p:grpSpPr>
          <a:xfrm rot="10800000">
            <a:off x="18157657" y="8612163"/>
            <a:ext cx="110560" cy="110560"/>
            <a:chOff x="0" y="0"/>
            <a:chExt cx="812800" cy="812800"/>
          </a:xfrm>
        </p:grpSpPr>
        <p:sp>
          <p:nvSpPr>
            <p:cNvPr id="4756" name="Google Shape;4756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7" name="Google Shape;4757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758" name="Google Shape;4758;p19"/>
          <p:cNvGrpSpPr/>
          <p:nvPr/>
        </p:nvGrpSpPr>
        <p:grpSpPr>
          <a:xfrm rot="10800000">
            <a:off x="17289485" y="8612163"/>
            <a:ext cx="110560" cy="110560"/>
            <a:chOff x="0" y="0"/>
            <a:chExt cx="812800" cy="812800"/>
          </a:xfrm>
        </p:grpSpPr>
        <p:sp>
          <p:nvSpPr>
            <p:cNvPr id="4759" name="Google Shape;4759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0" name="Google Shape;4760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761" name="Google Shape;4761;p19"/>
          <p:cNvGrpSpPr/>
          <p:nvPr/>
        </p:nvGrpSpPr>
        <p:grpSpPr>
          <a:xfrm rot="10800000">
            <a:off x="18157657" y="8770087"/>
            <a:ext cx="110560" cy="110560"/>
            <a:chOff x="0" y="0"/>
            <a:chExt cx="812800" cy="812800"/>
          </a:xfrm>
        </p:grpSpPr>
        <p:sp>
          <p:nvSpPr>
            <p:cNvPr id="4762" name="Google Shape;4762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3" name="Google Shape;4763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764" name="Google Shape;4764;p19"/>
          <p:cNvGrpSpPr/>
          <p:nvPr/>
        </p:nvGrpSpPr>
        <p:grpSpPr>
          <a:xfrm rot="10800000">
            <a:off x="17289485" y="8770087"/>
            <a:ext cx="110560" cy="110560"/>
            <a:chOff x="0" y="0"/>
            <a:chExt cx="812800" cy="812800"/>
          </a:xfrm>
        </p:grpSpPr>
        <p:sp>
          <p:nvSpPr>
            <p:cNvPr id="4765" name="Google Shape;4765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6" name="Google Shape;4766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767" name="Google Shape;4767;p19"/>
          <p:cNvGrpSpPr/>
          <p:nvPr/>
        </p:nvGrpSpPr>
        <p:grpSpPr>
          <a:xfrm rot="10800000">
            <a:off x="17289485" y="8947322"/>
            <a:ext cx="110560" cy="110560"/>
            <a:chOff x="0" y="0"/>
            <a:chExt cx="812800" cy="812800"/>
          </a:xfrm>
        </p:grpSpPr>
        <p:sp>
          <p:nvSpPr>
            <p:cNvPr id="4768" name="Google Shape;4768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9" name="Google Shape;4769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770" name="Google Shape;4770;p19"/>
          <p:cNvGrpSpPr/>
          <p:nvPr/>
        </p:nvGrpSpPr>
        <p:grpSpPr>
          <a:xfrm rot="10800000">
            <a:off x="17980422" y="8770087"/>
            <a:ext cx="110560" cy="110560"/>
            <a:chOff x="0" y="0"/>
            <a:chExt cx="812800" cy="812800"/>
          </a:xfrm>
        </p:grpSpPr>
        <p:sp>
          <p:nvSpPr>
            <p:cNvPr id="4771" name="Google Shape;4771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2" name="Google Shape;4772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773" name="Google Shape;4773;p19"/>
          <p:cNvGrpSpPr/>
          <p:nvPr/>
        </p:nvGrpSpPr>
        <p:grpSpPr>
          <a:xfrm rot="10800000">
            <a:off x="17451104" y="8947322"/>
            <a:ext cx="110560" cy="110560"/>
            <a:chOff x="0" y="0"/>
            <a:chExt cx="812800" cy="812800"/>
          </a:xfrm>
        </p:grpSpPr>
        <p:sp>
          <p:nvSpPr>
            <p:cNvPr id="4774" name="Google Shape;4774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5" name="Google Shape;4775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776" name="Google Shape;4776;p19"/>
          <p:cNvGrpSpPr/>
          <p:nvPr/>
        </p:nvGrpSpPr>
        <p:grpSpPr>
          <a:xfrm rot="10800000">
            <a:off x="17805574" y="8770087"/>
            <a:ext cx="110560" cy="110560"/>
            <a:chOff x="0" y="0"/>
            <a:chExt cx="812800" cy="812800"/>
          </a:xfrm>
        </p:grpSpPr>
        <p:sp>
          <p:nvSpPr>
            <p:cNvPr id="4777" name="Google Shape;4777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8" name="Google Shape;4778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779" name="Google Shape;4779;p19"/>
          <p:cNvGrpSpPr/>
          <p:nvPr/>
        </p:nvGrpSpPr>
        <p:grpSpPr>
          <a:xfrm rot="10800000">
            <a:off x="17628339" y="8770087"/>
            <a:ext cx="110560" cy="110560"/>
            <a:chOff x="0" y="0"/>
            <a:chExt cx="812800" cy="812800"/>
          </a:xfrm>
        </p:grpSpPr>
        <p:sp>
          <p:nvSpPr>
            <p:cNvPr id="4780" name="Google Shape;4780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1" name="Google Shape;4781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782" name="Google Shape;4782;p19"/>
          <p:cNvGrpSpPr/>
          <p:nvPr/>
        </p:nvGrpSpPr>
        <p:grpSpPr>
          <a:xfrm rot="10800000">
            <a:off x="17451104" y="8770087"/>
            <a:ext cx="110560" cy="110560"/>
            <a:chOff x="0" y="0"/>
            <a:chExt cx="812800" cy="812800"/>
          </a:xfrm>
        </p:grpSpPr>
        <p:sp>
          <p:nvSpPr>
            <p:cNvPr id="4783" name="Google Shape;4783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4" name="Google Shape;4784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785" name="Google Shape;4785;p19"/>
          <p:cNvGrpSpPr/>
          <p:nvPr/>
        </p:nvGrpSpPr>
        <p:grpSpPr>
          <a:xfrm rot="10800000">
            <a:off x="17289485" y="9115032"/>
            <a:ext cx="110560" cy="110560"/>
            <a:chOff x="0" y="0"/>
            <a:chExt cx="812800" cy="812800"/>
          </a:xfrm>
        </p:grpSpPr>
        <p:sp>
          <p:nvSpPr>
            <p:cNvPr id="4786" name="Google Shape;4786;p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CEA8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7" name="Google Shape;4787;p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788" name="Google Shape;4788;p19"/>
          <p:cNvGrpSpPr/>
          <p:nvPr/>
        </p:nvGrpSpPr>
        <p:grpSpPr>
          <a:xfrm>
            <a:off x="17482467" y="9791295"/>
            <a:ext cx="1350380" cy="1350380"/>
            <a:chOff x="0" y="0"/>
            <a:chExt cx="1800506" cy="1800506"/>
          </a:xfrm>
        </p:grpSpPr>
        <p:sp>
          <p:nvSpPr>
            <p:cNvPr id="4789" name="Google Shape;4789;p19"/>
            <p:cNvSpPr/>
            <p:nvPr/>
          </p:nvSpPr>
          <p:spPr>
            <a:xfrm>
              <a:off x="0" y="0"/>
              <a:ext cx="1800506" cy="1800506"/>
            </a:xfrm>
            <a:custGeom>
              <a:avLst/>
              <a:gdLst/>
              <a:ahLst/>
              <a:cxnLst/>
              <a:rect l="l" t="t" r="r" b="b"/>
              <a:pathLst>
                <a:path w="1800506" h="1800506" extrusionOk="0">
                  <a:moveTo>
                    <a:pt x="0" y="0"/>
                  </a:moveTo>
                  <a:lnTo>
                    <a:pt x="1800506" y="0"/>
                  </a:lnTo>
                  <a:lnTo>
                    <a:pt x="1800506" y="1800506"/>
                  </a:lnTo>
                  <a:lnTo>
                    <a:pt x="0" y="180050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790" name="Google Shape;4790;p19"/>
            <p:cNvSpPr/>
            <p:nvPr/>
          </p:nvSpPr>
          <p:spPr>
            <a:xfrm>
              <a:off x="155410" y="151242"/>
              <a:ext cx="1489687" cy="1489687"/>
            </a:xfrm>
            <a:custGeom>
              <a:avLst/>
              <a:gdLst/>
              <a:ahLst/>
              <a:cxnLst/>
              <a:rect l="l" t="t" r="r" b="b"/>
              <a:pathLst>
                <a:path w="1489687" h="1489687" extrusionOk="0">
                  <a:moveTo>
                    <a:pt x="0" y="0"/>
                  </a:moveTo>
                  <a:lnTo>
                    <a:pt x="1489686" y="0"/>
                  </a:lnTo>
                  <a:lnTo>
                    <a:pt x="1489686" y="1489687"/>
                  </a:lnTo>
                  <a:lnTo>
                    <a:pt x="0" y="148968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791" name="Google Shape;4791;p19"/>
            <p:cNvSpPr/>
            <p:nvPr/>
          </p:nvSpPr>
          <p:spPr>
            <a:xfrm>
              <a:off x="336111" y="331943"/>
              <a:ext cx="1128285" cy="1128285"/>
            </a:xfrm>
            <a:custGeom>
              <a:avLst/>
              <a:gdLst/>
              <a:ahLst/>
              <a:cxnLst/>
              <a:rect l="l" t="t" r="r" b="b"/>
              <a:pathLst>
                <a:path w="1128285" h="1128285" extrusionOk="0">
                  <a:moveTo>
                    <a:pt x="0" y="0"/>
                  </a:moveTo>
                  <a:lnTo>
                    <a:pt x="1128284" y="0"/>
                  </a:lnTo>
                  <a:lnTo>
                    <a:pt x="1128284" y="1128284"/>
                  </a:lnTo>
                  <a:lnTo>
                    <a:pt x="0" y="11282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grpSp>
        <p:nvGrpSpPr>
          <p:cNvPr id="4792" name="Google Shape;4792;p19"/>
          <p:cNvGrpSpPr/>
          <p:nvPr/>
        </p:nvGrpSpPr>
        <p:grpSpPr>
          <a:xfrm>
            <a:off x="16823110" y="-1432487"/>
            <a:ext cx="2536021" cy="2387197"/>
            <a:chOff x="144191" y="144191"/>
            <a:chExt cx="3381362" cy="3182929"/>
          </a:xfrm>
        </p:grpSpPr>
        <p:grpSp>
          <p:nvGrpSpPr>
            <p:cNvPr id="4793" name="Google Shape;4793;p19"/>
            <p:cNvGrpSpPr/>
            <p:nvPr/>
          </p:nvGrpSpPr>
          <p:grpSpPr>
            <a:xfrm>
              <a:off x="342624" y="144191"/>
              <a:ext cx="3182929" cy="3182929"/>
              <a:chOff x="33762" y="33762"/>
              <a:chExt cx="745275" cy="745275"/>
            </a:xfrm>
          </p:grpSpPr>
          <p:sp>
            <p:nvSpPr>
              <p:cNvPr id="4794" name="Google Shape;4794;p19"/>
              <p:cNvSpPr/>
              <p:nvPr/>
            </p:nvSpPr>
            <p:spPr>
              <a:xfrm>
                <a:off x="33762" y="33762"/>
                <a:ext cx="745275" cy="745275"/>
              </a:xfrm>
              <a:custGeom>
                <a:avLst/>
                <a:gdLst/>
                <a:ahLst/>
                <a:cxnLst/>
                <a:rect l="l" t="t" r="r" b="b"/>
                <a:pathLst>
                  <a:path w="745275" h="745275" extrusionOk="0">
                    <a:moveTo>
                      <a:pt x="425740" y="23054"/>
                    </a:moveTo>
                    <a:lnTo>
                      <a:pt x="436178" y="34223"/>
                    </a:lnTo>
                    <a:cubicBezTo>
                      <a:pt x="469920" y="70325"/>
                      <a:pt x="517617" y="90082"/>
                      <a:pt x="567003" y="88413"/>
                    </a:cubicBezTo>
                    <a:lnTo>
                      <a:pt x="582282" y="87896"/>
                    </a:lnTo>
                    <a:cubicBezTo>
                      <a:pt x="602400" y="87217"/>
                      <a:pt x="621899" y="94910"/>
                      <a:pt x="636132" y="109143"/>
                    </a:cubicBezTo>
                    <a:cubicBezTo>
                      <a:pt x="650366" y="123377"/>
                      <a:pt x="658059" y="142876"/>
                      <a:pt x="657379" y="162993"/>
                    </a:cubicBezTo>
                    <a:lnTo>
                      <a:pt x="656863" y="178273"/>
                    </a:lnTo>
                    <a:cubicBezTo>
                      <a:pt x="655194" y="227659"/>
                      <a:pt x="674951" y="275356"/>
                      <a:pt x="711053" y="309098"/>
                    </a:cubicBezTo>
                    <a:lnTo>
                      <a:pt x="722222" y="319537"/>
                    </a:lnTo>
                    <a:cubicBezTo>
                      <a:pt x="736928" y="333281"/>
                      <a:pt x="745275" y="352509"/>
                      <a:pt x="745275" y="372638"/>
                    </a:cubicBezTo>
                    <a:cubicBezTo>
                      <a:pt x="745275" y="392767"/>
                      <a:pt x="736928" y="411995"/>
                      <a:pt x="722222" y="425739"/>
                    </a:cubicBezTo>
                    <a:lnTo>
                      <a:pt x="711053" y="436178"/>
                    </a:lnTo>
                    <a:cubicBezTo>
                      <a:pt x="674951" y="469920"/>
                      <a:pt x="655194" y="517617"/>
                      <a:pt x="656863" y="567003"/>
                    </a:cubicBezTo>
                    <a:lnTo>
                      <a:pt x="657379" y="582282"/>
                    </a:lnTo>
                    <a:cubicBezTo>
                      <a:pt x="658059" y="602400"/>
                      <a:pt x="650366" y="621899"/>
                      <a:pt x="636132" y="636132"/>
                    </a:cubicBezTo>
                    <a:cubicBezTo>
                      <a:pt x="621899" y="650366"/>
                      <a:pt x="602400" y="658059"/>
                      <a:pt x="582282" y="657379"/>
                    </a:cubicBezTo>
                    <a:lnTo>
                      <a:pt x="567003" y="656863"/>
                    </a:lnTo>
                    <a:cubicBezTo>
                      <a:pt x="517617" y="655194"/>
                      <a:pt x="469920" y="674951"/>
                      <a:pt x="436178" y="711053"/>
                    </a:cubicBezTo>
                    <a:lnTo>
                      <a:pt x="425739" y="722222"/>
                    </a:lnTo>
                    <a:cubicBezTo>
                      <a:pt x="411995" y="736928"/>
                      <a:pt x="392767" y="745275"/>
                      <a:pt x="372638" y="745275"/>
                    </a:cubicBezTo>
                    <a:cubicBezTo>
                      <a:pt x="352509" y="745275"/>
                      <a:pt x="333281" y="736928"/>
                      <a:pt x="319537" y="722222"/>
                    </a:cubicBezTo>
                    <a:lnTo>
                      <a:pt x="309098" y="711053"/>
                    </a:lnTo>
                    <a:cubicBezTo>
                      <a:pt x="275356" y="674951"/>
                      <a:pt x="227659" y="655194"/>
                      <a:pt x="178273" y="656863"/>
                    </a:cubicBezTo>
                    <a:lnTo>
                      <a:pt x="162993" y="657379"/>
                    </a:lnTo>
                    <a:cubicBezTo>
                      <a:pt x="142876" y="658059"/>
                      <a:pt x="123377" y="650366"/>
                      <a:pt x="109143" y="636132"/>
                    </a:cubicBezTo>
                    <a:cubicBezTo>
                      <a:pt x="94910" y="621899"/>
                      <a:pt x="87217" y="602400"/>
                      <a:pt x="87896" y="582282"/>
                    </a:cubicBezTo>
                    <a:lnTo>
                      <a:pt x="88413" y="567003"/>
                    </a:lnTo>
                    <a:cubicBezTo>
                      <a:pt x="90082" y="517617"/>
                      <a:pt x="70325" y="469920"/>
                      <a:pt x="34223" y="436178"/>
                    </a:cubicBezTo>
                    <a:lnTo>
                      <a:pt x="23054" y="425740"/>
                    </a:lnTo>
                    <a:cubicBezTo>
                      <a:pt x="8348" y="411995"/>
                      <a:pt x="0" y="392767"/>
                      <a:pt x="0" y="372638"/>
                    </a:cubicBezTo>
                    <a:cubicBezTo>
                      <a:pt x="0" y="352509"/>
                      <a:pt x="8348" y="333281"/>
                      <a:pt x="23054" y="319537"/>
                    </a:cubicBezTo>
                    <a:lnTo>
                      <a:pt x="34223" y="309098"/>
                    </a:lnTo>
                    <a:cubicBezTo>
                      <a:pt x="70325" y="275356"/>
                      <a:pt x="90082" y="227659"/>
                      <a:pt x="88413" y="178273"/>
                    </a:cubicBezTo>
                    <a:lnTo>
                      <a:pt x="87896" y="162993"/>
                    </a:lnTo>
                    <a:cubicBezTo>
                      <a:pt x="87217" y="142876"/>
                      <a:pt x="94910" y="123377"/>
                      <a:pt x="109143" y="109143"/>
                    </a:cubicBezTo>
                    <a:cubicBezTo>
                      <a:pt x="123377" y="94910"/>
                      <a:pt x="142876" y="87217"/>
                      <a:pt x="162993" y="87896"/>
                    </a:cubicBezTo>
                    <a:lnTo>
                      <a:pt x="178273" y="88413"/>
                    </a:lnTo>
                    <a:cubicBezTo>
                      <a:pt x="227659" y="90082"/>
                      <a:pt x="275356" y="70325"/>
                      <a:pt x="309098" y="34223"/>
                    </a:cubicBezTo>
                    <a:lnTo>
                      <a:pt x="319537" y="23054"/>
                    </a:lnTo>
                    <a:cubicBezTo>
                      <a:pt x="333281" y="8348"/>
                      <a:pt x="352509" y="0"/>
                      <a:pt x="372638" y="0"/>
                    </a:cubicBezTo>
                    <a:cubicBezTo>
                      <a:pt x="392767" y="0"/>
                      <a:pt x="411995" y="8348"/>
                      <a:pt x="425740" y="2305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CEA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5" name="Google Shape;4795;p19"/>
              <p:cNvSpPr txBox="1"/>
              <p:nvPr/>
            </p:nvSpPr>
            <p:spPr>
              <a:xfrm>
                <a:off x="127000" y="79375"/>
                <a:ext cx="558800" cy="606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796" name="Google Shape;4796;p19"/>
            <p:cNvGrpSpPr/>
            <p:nvPr/>
          </p:nvGrpSpPr>
          <p:grpSpPr>
            <a:xfrm>
              <a:off x="144191" y="144191"/>
              <a:ext cx="3182929" cy="3182929"/>
              <a:chOff x="33762" y="33762"/>
              <a:chExt cx="745275" cy="745275"/>
            </a:xfrm>
          </p:grpSpPr>
          <p:sp>
            <p:nvSpPr>
              <p:cNvPr id="4797" name="Google Shape;4797;p19"/>
              <p:cNvSpPr/>
              <p:nvPr/>
            </p:nvSpPr>
            <p:spPr>
              <a:xfrm>
                <a:off x="33762" y="33762"/>
                <a:ext cx="745275" cy="745275"/>
              </a:xfrm>
              <a:custGeom>
                <a:avLst/>
                <a:gdLst/>
                <a:ahLst/>
                <a:cxnLst/>
                <a:rect l="l" t="t" r="r" b="b"/>
                <a:pathLst>
                  <a:path w="745275" h="745275" extrusionOk="0">
                    <a:moveTo>
                      <a:pt x="425740" y="23054"/>
                    </a:moveTo>
                    <a:lnTo>
                      <a:pt x="436178" y="34223"/>
                    </a:lnTo>
                    <a:cubicBezTo>
                      <a:pt x="469920" y="70325"/>
                      <a:pt x="517617" y="90082"/>
                      <a:pt x="567003" y="88413"/>
                    </a:cubicBezTo>
                    <a:lnTo>
                      <a:pt x="582282" y="87896"/>
                    </a:lnTo>
                    <a:cubicBezTo>
                      <a:pt x="602400" y="87217"/>
                      <a:pt x="621899" y="94910"/>
                      <a:pt x="636132" y="109143"/>
                    </a:cubicBezTo>
                    <a:cubicBezTo>
                      <a:pt x="650366" y="123377"/>
                      <a:pt x="658059" y="142876"/>
                      <a:pt x="657379" y="162993"/>
                    </a:cubicBezTo>
                    <a:lnTo>
                      <a:pt x="656863" y="178273"/>
                    </a:lnTo>
                    <a:cubicBezTo>
                      <a:pt x="655194" y="227659"/>
                      <a:pt x="674951" y="275356"/>
                      <a:pt x="711053" y="309098"/>
                    </a:cubicBezTo>
                    <a:lnTo>
                      <a:pt x="722222" y="319537"/>
                    </a:lnTo>
                    <a:cubicBezTo>
                      <a:pt x="736928" y="333281"/>
                      <a:pt x="745275" y="352509"/>
                      <a:pt x="745275" y="372638"/>
                    </a:cubicBezTo>
                    <a:cubicBezTo>
                      <a:pt x="745275" y="392767"/>
                      <a:pt x="736928" y="411995"/>
                      <a:pt x="722222" y="425739"/>
                    </a:cubicBezTo>
                    <a:lnTo>
                      <a:pt x="711053" y="436178"/>
                    </a:lnTo>
                    <a:cubicBezTo>
                      <a:pt x="674951" y="469920"/>
                      <a:pt x="655194" y="517617"/>
                      <a:pt x="656863" y="567003"/>
                    </a:cubicBezTo>
                    <a:lnTo>
                      <a:pt x="657379" y="582282"/>
                    </a:lnTo>
                    <a:cubicBezTo>
                      <a:pt x="658059" y="602400"/>
                      <a:pt x="650366" y="621899"/>
                      <a:pt x="636132" y="636132"/>
                    </a:cubicBezTo>
                    <a:cubicBezTo>
                      <a:pt x="621899" y="650366"/>
                      <a:pt x="602400" y="658059"/>
                      <a:pt x="582282" y="657379"/>
                    </a:cubicBezTo>
                    <a:lnTo>
                      <a:pt x="567003" y="656863"/>
                    </a:lnTo>
                    <a:cubicBezTo>
                      <a:pt x="517617" y="655194"/>
                      <a:pt x="469920" y="674951"/>
                      <a:pt x="436178" y="711053"/>
                    </a:cubicBezTo>
                    <a:lnTo>
                      <a:pt x="425739" y="722222"/>
                    </a:lnTo>
                    <a:cubicBezTo>
                      <a:pt x="411995" y="736928"/>
                      <a:pt x="392767" y="745275"/>
                      <a:pt x="372638" y="745275"/>
                    </a:cubicBezTo>
                    <a:cubicBezTo>
                      <a:pt x="352509" y="745275"/>
                      <a:pt x="333281" y="736928"/>
                      <a:pt x="319537" y="722222"/>
                    </a:cubicBezTo>
                    <a:lnTo>
                      <a:pt x="309098" y="711053"/>
                    </a:lnTo>
                    <a:cubicBezTo>
                      <a:pt x="275356" y="674951"/>
                      <a:pt x="227659" y="655194"/>
                      <a:pt x="178273" y="656863"/>
                    </a:cubicBezTo>
                    <a:lnTo>
                      <a:pt x="162993" y="657379"/>
                    </a:lnTo>
                    <a:cubicBezTo>
                      <a:pt x="142876" y="658059"/>
                      <a:pt x="123377" y="650366"/>
                      <a:pt x="109143" y="636132"/>
                    </a:cubicBezTo>
                    <a:cubicBezTo>
                      <a:pt x="94910" y="621899"/>
                      <a:pt x="87217" y="602400"/>
                      <a:pt x="87896" y="582282"/>
                    </a:cubicBezTo>
                    <a:lnTo>
                      <a:pt x="88413" y="567003"/>
                    </a:lnTo>
                    <a:cubicBezTo>
                      <a:pt x="90082" y="517617"/>
                      <a:pt x="70325" y="469920"/>
                      <a:pt x="34223" y="436178"/>
                    </a:cubicBezTo>
                    <a:lnTo>
                      <a:pt x="23054" y="425740"/>
                    </a:lnTo>
                    <a:cubicBezTo>
                      <a:pt x="8348" y="411995"/>
                      <a:pt x="0" y="392767"/>
                      <a:pt x="0" y="372638"/>
                    </a:cubicBezTo>
                    <a:cubicBezTo>
                      <a:pt x="0" y="352509"/>
                      <a:pt x="8348" y="333281"/>
                      <a:pt x="23054" y="319537"/>
                    </a:cubicBezTo>
                    <a:lnTo>
                      <a:pt x="34223" y="309098"/>
                    </a:lnTo>
                    <a:cubicBezTo>
                      <a:pt x="70325" y="275356"/>
                      <a:pt x="90082" y="227659"/>
                      <a:pt x="88413" y="178273"/>
                    </a:cubicBezTo>
                    <a:lnTo>
                      <a:pt x="87896" y="162993"/>
                    </a:lnTo>
                    <a:cubicBezTo>
                      <a:pt x="87217" y="142876"/>
                      <a:pt x="94910" y="123377"/>
                      <a:pt x="109143" y="109143"/>
                    </a:cubicBezTo>
                    <a:cubicBezTo>
                      <a:pt x="123377" y="94910"/>
                      <a:pt x="142876" y="87217"/>
                      <a:pt x="162993" y="87896"/>
                    </a:cubicBezTo>
                    <a:lnTo>
                      <a:pt x="178273" y="88413"/>
                    </a:lnTo>
                    <a:cubicBezTo>
                      <a:pt x="227659" y="90082"/>
                      <a:pt x="275356" y="70325"/>
                      <a:pt x="309098" y="34223"/>
                    </a:cubicBezTo>
                    <a:lnTo>
                      <a:pt x="319537" y="23054"/>
                    </a:lnTo>
                    <a:cubicBezTo>
                      <a:pt x="333281" y="8348"/>
                      <a:pt x="352509" y="0"/>
                      <a:pt x="372638" y="0"/>
                    </a:cubicBezTo>
                    <a:cubicBezTo>
                      <a:pt x="392767" y="0"/>
                      <a:pt x="411995" y="8348"/>
                      <a:pt x="425740" y="2305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56126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8" name="Google Shape;4798;p19"/>
              <p:cNvSpPr txBox="1"/>
              <p:nvPr/>
            </p:nvSpPr>
            <p:spPr>
              <a:xfrm>
                <a:off x="127000" y="79375"/>
                <a:ext cx="558800" cy="606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4799" name="Google Shape;4799;p19"/>
          <p:cNvGrpSpPr/>
          <p:nvPr/>
        </p:nvGrpSpPr>
        <p:grpSpPr>
          <a:xfrm>
            <a:off x="17283190" y="-1275646"/>
            <a:ext cx="1970053" cy="1854442"/>
            <a:chOff x="112012" y="112012"/>
            <a:chExt cx="2626737" cy="2472588"/>
          </a:xfrm>
        </p:grpSpPr>
        <p:grpSp>
          <p:nvGrpSpPr>
            <p:cNvPr id="4800" name="Google Shape;4800;p19"/>
            <p:cNvGrpSpPr/>
            <p:nvPr/>
          </p:nvGrpSpPr>
          <p:grpSpPr>
            <a:xfrm>
              <a:off x="266161" y="112012"/>
              <a:ext cx="2472588" cy="2472588"/>
              <a:chOff x="33762" y="33762"/>
              <a:chExt cx="745275" cy="745275"/>
            </a:xfrm>
          </p:grpSpPr>
          <p:sp>
            <p:nvSpPr>
              <p:cNvPr id="4801" name="Google Shape;4801;p19"/>
              <p:cNvSpPr/>
              <p:nvPr/>
            </p:nvSpPr>
            <p:spPr>
              <a:xfrm>
                <a:off x="33762" y="33762"/>
                <a:ext cx="745275" cy="745275"/>
              </a:xfrm>
              <a:custGeom>
                <a:avLst/>
                <a:gdLst/>
                <a:ahLst/>
                <a:cxnLst/>
                <a:rect l="l" t="t" r="r" b="b"/>
                <a:pathLst>
                  <a:path w="745275" h="745275" extrusionOk="0">
                    <a:moveTo>
                      <a:pt x="425740" y="23054"/>
                    </a:moveTo>
                    <a:lnTo>
                      <a:pt x="436178" y="34223"/>
                    </a:lnTo>
                    <a:cubicBezTo>
                      <a:pt x="469920" y="70325"/>
                      <a:pt x="517617" y="90082"/>
                      <a:pt x="567003" y="88413"/>
                    </a:cubicBezTo>
                    <a:lnTo>
                      <a:pt x="582282" y="87896"/>
                    </a:lnTo>
                    <a:cubicBezTo>
                      <a:pt x="602400" y="87217"/>
                      <a:pt x="621899" y="94910"/>
                      <a:pt x="636132" y="109143"/>
                    </a:cubicBezTo>
                    <a:cubicBezTo>
                      <a:pt x="650366" y="123377"/>
                      <a:pt x="658059" y="142876"/>
                      <a:pt x="657379" y="162993"/>
                    </a:cubicBezTo>
                    <a:lnTo>
                      <a:pt x="656863" y="178273"/>
                    </a:lnTo>
                    <a:cubicBezTo>
                      <a:pt x="655194" y="227659"/>
                      <a:pt x="674951" y="275356"/>
                      <a:pt x="711053" y="309098"/>
                    </a:cubicBezTo>
                    <a:lnTo>
                      <a:pt x="722222" y="319537"/>
                    </a:lnTo>
                    <a:cubicBezTo>
                      <a:pt x="736928" y="333281"/>
                      <a:pt x="745275" y="352509"/>
                      <a:pt x="745275" y="372638"/>
                    </a:cubicBezTo>
                    <a:cubicBezTo>
                      <a:pt x="745275" y="392767"/>
                      <a:pt x="736928" y="411995"/>
                      <a:pt x="722222" y="425739"/>
                    </a:cubicBezTo>
                    <a:lnTo>
                      <a:pt x="711053" y="436178"/>
                    </a:lnTo>
                    <a:cubicBezTo>
                      <a:pt x="674951" y="469920"/>
                      <a:pt x="655194" y="517617"/>
                      <a:pt x="656863" y="567003"/>
                    </a:cubicBezTo>
                    <a:lnTo>
                      <a:pt x="657379" y="582282"/>
                    </a:lnTo>
                    <a:cubicBezTo>
                      <a:pt x="658059" y="602400"/>
                      <a:pt x="650366" y="621899"/>
                      <a:pt x="636132" y="636132"/>
                    </a:cubicBezTo>
                    <a:cubicBezTo>
                      <a:pt x="621899" y="650366"/>
                      <a:pt x="602400" y="658059"/>
                      <a:pt x="582282" y="657379"/>
                    </a:cubicBezTo>
                    <a:lnTo>
                      <a:pt x="567003" y="656863"/>
                    </a:lnTo>
                    <a:cubicBezTo>
                      <a:pt x="517617" y="655194"/>
                      <a:pt x="469920" y="674951"/>
                      <a:pt x="436178" y="711053"/>
                    </a:cubicBezTo>
                    <a:lnTo>
                      <a:pt x="425739" y="722222"/>
                    </a:lnTo>
                    <a:cubicBezTo>
                      <a:pt x="411995" y="736928"/>
                      <a:pt x="392767" y="745275"/>
                      <a:pt x="372638" y="745275"/>
                    </a:cubicBezTo>
                    <a:cubicBezTo>
                      <a:pt x="352509" y="745275"/>
                      <a:pt x="333281" y="736928"/>
                      <a:pt x="319537" y="722222"/>
                    </a:cubicBezTo>
                    <a:lnTo>
                      <a:pt x="309098" y="711053"/>
                    </a:lnTo>
                    <a:cubicBezTo>
                      <a:pt x="275356" y="674951"/>
                      <a:pt x="227659" y="655194"/>
                      <a:pt x="178273" y="656863"/>
                    </a:cubicBezTo>
                    <a:lnTo>
                      <a:pt x="162993" y="657379"/>
                    </a:lnTo>
                    <a:cubicBezTo>
                      <a:pt x="142876" y="658059"/>
                      <a:pt x="123377" y="650366"/>
                      <a:pt x="109143" y="636132"/>
                    </a:cubicBezTo>
                    <a:cubicBezTo>
                      <a:pt x="94910" y="621899"/>
                      <a:pt x="87217" y="602400"/>
                      <a:pt x="87896" y="582282"/>
                    </a:cubicBezTo>
                    <a:lnTo>
                      <a:pt x="88413" y="567003"/>
                    </a:lnTo>
                    <a:cubicBezTo>
                      <a:pt x="90082" y="517617"/>
                      <a:pt x="70325" y="469920"/>
                      <a:pt x="34223" y="436178"/>
                    </a:cubicBezTo>
                    <a:lnTo>
                      <a:pt x="23054" y="425740"/>
                    </a:lnTo>
                    <a:cubicBezTo>
                      <a:pt x="8348" y="411995"/>
                      <a:pt x="0" y="392767"/>
                      <a:pt x="0" y="372638"/>
                    </a:cubicBezTo>
                    <a:cubicBezTo>
                      <a:pt x="0" y="352509"/>
                      <a:pt x="8348" y="333281"/>
                      <a:pt x="23054" y="319537"/>
                    </a:cubicBezTo>
                    <a:lnTo>
                      <a:pt x="34223" y="309098"/>
                    </a:lnTo>
                    <a:cubicBezTo>
                      <a:pt x="70325" y="275356"/>
                      <a:pt x="90082" y="227659"/>
                      <a:pt x="88413" y="178273"/>
                    </a:cubicBezTo>
                    <a:lnTo>
                      <a:pt x="87896" y="162993"/>
                    </a:lnTo>
                    <a:cubicBezTo>
                      <a:pt x="87217" y="142876"/>
                      <a:pt x="94910" y="123377"/>
                      <a:pt x="109143" y="109143"/>
                    </a:cubicBezTo>
                    <a:cubicBezTo>
                      <a:pt x="123377" y="94910"/>
                      <a:pt x="142876" y="87217"/>
                      <a:pt x="162993" y="87896"/>
                    </a:cubicBezTo>
                    <a:lnTo>
                      <a:pt x="178273" y="88413"/>
                    </a:lnTo>
                    <a:cubicBezTo>
                      <a:pt x="227659" y="90082"/>
                      <a:pt x="275356" y="70325"/>
                      <a:pt x="309098" y="34223"/>
                    </a:cubicBezTo>
                    <a:lnTo>
                      <a:pt x="319537" y="23054"/>
                    </a:lnTo>
                    <a:cubicBezTo>
                      <a:pt x="333281" y="8348"/>
                      <a:pt x="352509" y="0"/>
                      <a:pt x="372638" y="0"/>
                    </a:cubicBezTo>
                    <a:cubicBezTo>
                      <a:pt x="392767" y="0"/>
                      <a:pt x="411995" y="8348"/>
                      <a:pt x="425740" y="2305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 cmpd="sng">
                <a:solidFill>
                  <a:srgbClr val="CEA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2" name="Google Shape;4802;p19"/>
              <p:cNvSpPr txBox="1"/>
              <p:nvPr/>
            </p:nvSpPr>
            <p:spPr>
              <a:xfrm>
                <a:off x="127000" y="79375"/>
                <a:ext cx="558800" cy="606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803" name="Google Shape;4803;p19"/>
            <p:cNvGrpSpPr/>
            <p:nvPr/>
          </p:nvGrpSpPr>
          <p:grpSpPr>
            <a:xfrm>
              <a:off x="112012" y="112012"/>
              <a:ext cx="2472588" cy="2472588"/>
              <a:chOff x="33762" y="33762"/>
              <a:chExt cx="745275" cy="745275"/>
            </a:xfrm>
          </p:grpSpPr>
          <p:sp>
            <p:nvSpPr>
              <p:cNvPr id="4804" name="Google Shape;4804;p19"/>
              <p:cNvSpPr/>
              <p:nvPr/>
            </p:nvSpPr>
            <p:spPr>
              <a:xfrm>
                <a:off x="33762" y="33762"/>
                <a:ext cx="745275" cy="745275"/>
              </a:xfrm>
              <a:custGeom>
                <a:avLst/>
                <a:gdLst/>
                <a:ahLst/>
                <a:cxnLst/>
                <a:rect l="l" t="t" r="r" b="b"/>
                <a:pathLst>
                  <a:path w="745275" h="745275" extrusionOk="0">
                    <a:moveTo>
                      <a:pt x="425740" y="23054"/>
                    </a:moveTo>
                    <a:lnTo>
                      <a:pt x="436178" y="34223"/>
                    </a:lnTo>
                    <a:cubicBezTo>
                      <a:pt x="469920" y="70325"/>
                      <a:pt x="517617" y="90082"/>
                      <a:pt x="567003" y="88413"/>
                    </a:cubicBezTo>
                    <a:lnTo>
                      <a:pt x="582282" y="87896"/>
                    </a:lnTo>
                    <a:cubicBezTo>
                      <a:pt x="602400" y="87217"/>
                      <a:pt x="621899" y="94910"/>
                      <a:pt x="636132" y="109143"/>
                    </a:cubicBezTo>
                    <a:cubicBezTo>
                      <a:pt x="650366" y="123377"/>
                      <a:pt x="658059" y="142876"/>
                      <a:pt x="657379" y="162993"/>
                    </a:cubicBezTo>
                    <a:lnTo>
                      <a:pt x="656863" y="178273"/>
                    </a:lnTo>
                    <a:cubicBezTo>
                      <a:pt x="655194" y="227659"/>
                      <a:pt x="674951" y="275356"/>
                      <a:pt x="711053" y="309098"/>
                    </a:cubicBezTo>
                    <a:lnTo>
                      <a:pt x="722222" y="319537"/>
                    </a:lnTo>
                    <a:cubicBezTo>
                      <a:pt x="736928" y="333281"/>
                      <a:pt x="745275" y="352509"/>
                      <a:pt x="745275" y="372638"/>
                    </a:cubicBezTo>
                    <a:cubicBezTo>
                      <a:pt x="745275" y="392767"/>
                      <a:pt x="736928" y="411995"/>
                      <a:pt x="722222" y="425739"/>
                    </a:cubicBezTo>
                    <a:lnTo>
                      <a:pt x="711053" y="436178"/>
                    </a:lnTo>
                    <a:cubicBezTo>
                      <a:pt x="674951" y="469920"/>
                      <a:pt x="655194" y="517617"/>
                      <a:pt x="656863" y="567003"/>
                    </a:cubicBezTo>
                    <a:lnTo>
                      <a:pt x="657379" y="582282"/>
                    </a:lnTo>
                    <a:cubicBezTo>
                      <a:pt x="658059" y="602400"/>
                      <a:pt x="650366" y="621899"/>
                      <a:pt x="636132" y="636132"/>
                    </a:cubicBezTo>
                    <a:cubicBezTo>
                      <a:pt x="621899" y="650366"/>
                      <a:pt x="602400" y="658059"/>
                      <a:pt x="582282" y="657379"/>
                    </a:cubicBezTo>
                    <a:lnTo>
                      <a:pt x="567003" y="656863"/>
                    </a:lnTo>
                    <a:cubicBezTo>
                      <a:pt x="517617" y="655194"/>
                      <a:pt x="469920" y="674951"/>
                      <a:pt x="436178" y="711053"/>
                    </a:cubicBezTo>
                    <a:lnTo>
                      <a:pt x="425739" y="722222"/>
                    </a:lnTo>
                    <a:cubicBezTo>
                      <a:pt x="411995" y="736928"/>
                      <a:pt x="392767" y="745275"/>
                      <a:pt x="372638" y="745275"/>
                    </a:cubicBezTo>
                    <a:cubicBezTo>
                      <a:pt x="352509" y="745275"/>
                      <a:pt x="333281" y="736928"/>
                      <a:pt x="319537" y="722222"/>
                    </a:cubicBezTo>
                    <a:lnTo>
                      <a:pt x="309098" y="711053"/>
                    </a:lnTo>
                    <a:cubicBezTo>
                      <a:pt x="275356" y="674951"/>
                      <a:pt x="227659" y="655194"/>
                      <a:pt x="178273" y="656863"/>
                    </a:cubicBezTo>
                    <a:lnTo>
                      <a:pt x="162993" y="657379"/>
                    </a:lnTo>
                    <a:cubicBezTo>
                      <a:pt x="142876" y="658059"/>
                      <a:pt x="123377" y="650366"/>
                      <a:pt x="109143" y="636132"/>
                    </a:cubicBezTo>
                    <a:cubicBezTo>
                      <a:pt x="94910" y="621899"/>
                      <a:pt x="87217" y="602400"/>
                      <a:pt x="87896" y="582282"/>
                    </a:cubicBezTo>
                    <a:lnTo>
                      <a:pt x="88413" y="567003"/>
                    </a:lnTo>
                    <a:cubicBezTo>
                      <a:pt x="90082" y="517617"/>
                      <a:pt x="70325" y="469920"/>
                      <a:pt x="34223" y="436178"/>
                    </a:cubicBezTo>
                    <a:lnTo>
                      <a:pt x="23054" y="425740"/>
                    </a:lnTo>
                    <a:cubicBezTo>
                      <a:pt x="8348" y="411995"/>
                      <a:pt x="0" y="392767"/>
                      <a:pt x="0" y="372638"/>
                    </a:cubicBezTo>
                    <a:cubicBezTo>
                      <a:pt x="0" y="352509"/>
                      <a:pt x="8348" y="333281"/>
                      <a:pt x="23054" y="319537"/>
                    </a:cubicBezTo>
                    <a:lnTo>
                      <a:pt x="34223" y="309098"/>
                    </a:lnTo>
                    <a:cubicBezTo>
                      <a:pt x="70325" y="275356"/>
                      <a:pt x="90082" y="227659"/>
                      <a:pt x="88413" y="178273"/>
                    </a:cubicBezTo>
                    <a:lnTo>
                      <a:pt x="87896" y="162993"/>
                    </a:lnTo>
                    <a:cubicBezTo>
                      <a:pt x="87217" y="142876"/>
                      <a:pt x="94910" y="123377"/>
                      <a:pt x="109143" y="109143"/>
                    </a:cubicBezTo>
                    <a:cubicBezTo>
                      <a:pt x="123377" y="94910"/>
                      <a:pt x="142876" y="87217"/>
                      <a:pt x="162993" y="87896"/>
                    </a:cubicBezTo>
                    <a:lnTo>
                      <a:pt x="178273" y="88413"/>
                    </a:lnTo>
                    <a:cubicBezTo>
                      <a:pt x="227659" y="90082"/>
                      <a:pt x="275356" y="70325"/>
                      <a:pt x="309098" y="34223"/>
                    </a:cubicBezTo>
                    <a:lnTo>
                      <a:pt x="319537" y="23054"/>
                    </a:lnTo>
                    <a:cubicBezTo>
                      <a:pt x="333281" y="8348"/>
                      <a:pt x="352509" y="0"/>
                      <a:pt x="372638" y="0"/>
                    </a:cubicBezTo>
                    <a:cubicBezTo>
                      <a:pt x="392767" y="0"/>
                      <a:pt x="411995" y="8348"/>
                      <a:pt x="425740" y="23054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 cmpd="sng">
                <a:solidFill>
                  <a:srgbClr val="56126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5" name="Google Shape;4805;p19"/>
              <p:cNvSpPr txBox="1"/>
              <p:nvPr/>
            </p:nvSpPr>
            <p:spPr>
              <a:xfrm>
                <a:off x="127000" y="79375"/>
                <a:ext cx="558800" cy="606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4806" name="Google Shape;4806;p19"/>
          <p:cNvGrpSpPr/>
          <p:nvPr/>
        </p:nvGrpSpPr>
        <p:grpSpPr>
          <a:xfrm rot="-2307943">
            <a:off x="-138283" y="8042878"/>
            <a:ext cx="169260" cy="3266926"/>
            <a:chOff x="0" y="-47625"/>
            <a:chExt cx="44579" cy="860425"/>
          </a:xfrm>
        </p:grpSpPr>
        <p:sp>
          <p:nvSpPr>
            <p:cNvPr id="4807" name="Google Shape;4807;p19"/>
            <p:cNvSpPr/>
            <p:nvPr/>
          </p:nvSpPr>
          <p:spPr>
            <a:xfrm>
              <a:off x="0" y="0"/>
              <a:ext cx="44579" cy="812800"/>
            </a:xfrm>
            <a:custGeom>
              <a:avLst/>
              <a:gdLst/>
              <a:ahLst/>
              <a:cxnLst/>
              <a:rect l="l" t="t" r="r" b="b"/>
              <a:pathLst>
                <a:path w="44579" h="812800" extrusionOk="0">
                  <a:moveTo>
                    <a:pt x="22289" y="0"/>
                  </a:moveTo>
                  <a:lnTo>
                    <a:pt x="22289" y="0"/>
                  </a:lnTo>
                  <a:cubicBezTo>
                    <a:pt x="34599" y="0"/>
                    <a:pt x="44579" y="9979"/>
                    <a:pt x="44579" y="22289"/>
                  </a:cubicBezTo>
                  <a:lnTo>
                    <a:pt x="44579" y="790511"/>
                  </a:lnTo>
                  <a:cubicBezTo>
                    <a:pt x="44579" y="802821"/>
                    <a:pt x="34599" y="812800"/>
                    <a:pt x="22289" y="812800"/>
                  </a:cubicBezTo>
                  <a:lnTo>
                    <a:pt x="22289" y="812800"/>
                  </a:lnTo>
                  <a:cubicBezTo>
                    <a:pt x="9979" y="812800"/>
                    <a:pt x="0" y="802821"/>
                    <a:pt x="0" y="790511"/>
                  </a:cubicBezTo>
                  <a:lnTo>
                    <a:pt x="0" y="22289"/>
                  </a:lnTo>
                  <a:cubicBezTo>
                    <a:pt x="0" y="9979"/>
                    <a:pt x="9979" y="0"/>
                    <a:pt x="222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 cmpd="sng">
              <a:solidFill>
                <a:srgbClr val="CEA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8" name="Google Shape;4808;p19"/>
            <p:cNvSpPr txBox="1"/>
            <p:nvPr/>
          </p:nvSpPr>
          <p:spPr>
            <a:xfrm>
              <a:off x="0" y="-47625"/>
              <a:ext cx="44579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809" name="Google Shape;4809;p19"/>
          <p:cNvGrpSpPr/>
          <p:nvPr/>
        </p:nvGrpSpPr>
        <p:grpSpPr>
          <a:xfrm rot="-2307943">
            <a:off x="235726" y="8042878"/>
            <a:ext cx="169260" cy="3266926"/>
            <a:chOff x="0" y="-47625"/>
            <a:chExt cx="44579" cy="860425"/>
          </a:xfrm>
        </p:grpSpPr>
        <p:sp>
          <p:nvSpPr>
            <p:cNvPr id="4810" name="Google Shape;4810;p19"/>
            <p:cNvSpPr/>
            <p:nvPr/>
          </p:nvSpPr>
          <p:spPr>
            <a:xfrm>
              <a:off x="0" y="0"/>
              <a:ext cx="44579" cy="812800"/>
            </a:xfrm>
            <a:custGeom>
              <a:avLst/>
              <a:gdLst/>
              <a:ahLst/>
              <a:cxnLst/>
              <a:rect l="l" t="t" r="r" b="b"/>
              <a:pathLst>
                <a:path w="44579" h="812800" extrusionOk="0">
                  <a:moveTo>
                    <a:pt x="22289" y="0"/>
                  </a:moveTo>
                  <a:lnTo>
                    <a:pt x="22289" y="0"/>
                  </a:lnTo>
                  <a:cubicBezTo>
                    <a:pt x="34599" y="0"/>
                    <a:pt x="44579" y="9979"/>
                    <a:pt x="44579" y="22289"/>
                  </a:cubicBezTo>
                  <a:lnTo>
                    <a:pt x="44579" y="790511"/>
                  </a:lnTo>
                  <a:cubicBezTo>
                    <a:pt x="44579" y="802821"/>
                    <a:pt x="34599" y="812800"/>
                    <a:pt x="22289" y="812800"/>
                  </a:cubicBezTo>
                  <a:lnTo>
                    <a:pt x="22289" y="812800"/>
                  </a:lnTo>
                  <a:cubicBezTo>
                    <a:pt x="9979" y="812800"/>
                    <a:pt x="0" y="802821"/>
                    <a:pt x="0" y="790511"/>
                  </a:cubicBezTo>
                  <a:lnTo>
                    <a:pt x="0" y="22289"/>
                  </a:lnTo>
                  <a:cubicBezTo>
                    <a:pt x="0" y="9979"/>
                    <a:pt x="9979" y="0"/>
                    <a:pt x="222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 cmpd="sng">
              <a:solidFill>
                <a:srgbClr val="5612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1" name="Google Shape;4811;p19"/>
            <p:cNvSpPr txBox="1"/>
            <p:nvPr/>
          </p:nvSpPr>
          <p:spPr>
            <a:xfrm>
              <a:off x="0" y="-47625"/>
              <a:ext cx="44579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4812" name="Google Shape;4812;p19"/>
          <p:cNvGrpSpPr/>
          <p:nvPr/>
        </p:nvGrpSpPr>
        <p:grpSpPr>
          <a:xfrm rot="5400000">
            <a:off x="18052248" y="3795958"/>
            <a:ext cx="1008000" cy="2695084"/>
            <a:chOff x="0" y="-47625"/>
            <a:chExt cx="280466" cy="709817"/>
          </a:xfrm>
        </p:grpSpPr>
        <p:sp>
          <p:nvSpPr>
            <p:cNvPr id="4813" name="Google Shape;4813;p19"/>
            <p:cNvSpPr/>
            <p:nvPr/>
          </p:nvSpPr>
          <p:spPr>
            <a:xfrm>
              <a:off x="0" y="0"/>
              <a:ext cx="280466" cy="662192"/>
            </a:xfrm>
            <a:prstGeom prst="roundRect">
              <a:avLst>
                <a:gd name="adj" fmla="val 16667"/>
              </a:avLst>
            </a:prstGeom>
            <a:solidFill>
              <a:srgbClr val="E2CBF6"/>
            </a:solidFill>
            <a:ln w="47625" cap="sq" cmpd="sng">
              <a:solidFill>
                <a:srgbClr val="561269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4" name="Google Shape;4814;p19"/>
            <p:cNvSpPr/>
            <p:nvPr/>
          </p:nvSpPr>
          <p:spPr>
            <a:xfrm>
              <a:off x="0" y="-47625"/>
              <a:ext cx="280466" cy="709817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4815" name="Google Shape;4815;p19"/>
          <p:cNvSpPr txBox="1"/>
          <p:nvPr/>
        </p:nvSpPr>
        <p:spPr>
          <a:xfrm>
            <a:off x="17226117" y="4862971"/>
            <a:ext cx="1142999" cy="527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3199">
                <a:solidFill>
                  <a:srgbClr val="561269"/>
                </a:solidFill>
                <a:latin typeface="Lilita One"/>
                <a:ea typeface="Lilita One"/>
                <a:cs typeface="Lilita One"/>
                <a:sym typeface="Lilita One"/>
              </a:rPr>
              <a:t>‹nº›</a:t>
            </a:fld>
            <a:endParaRPr sz="3199">
              <a:solidFill>
                <a:srgbClr val="561269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Lilita One"/>
              <a:buNone/>
              <a:defRPr sz="6600" b="0" i="0" u="none" strike="noStrike" cap="none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4318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4318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F888B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F888B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F888B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F888B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F888B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F888B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F888B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F888B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F888B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4" r:id="rId3"/>
    <p:sldLayoutId id="2147483655" r:id="rId4"/>
    <p:sldLayoutId id="2147483656" r:id="rId5"/>
    <p:sldLayoutId id="2147483657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>
          <p15:clr>
            <a:srgbClr val="F26B43"/>
          </p15:clr>
        </p15:guide>
        <p15:guide id="2" pos="57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ownloads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0" name="Google Shape;4820;p1"/>
          <p:cNvSpPr txBox="1">
            <a:spLocks noGrp="1"/>
          </p:cNvSpPr>
          <p:nvPr>
            <p:ph type="body" idx="1"/>
          </p:nvPr>
        </p:nvSpPr>
        <p:spPr>
          <a:xfrm>
            <a:off x="2590800" y="7022109"/>
            <a:ext cx="5844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EA8F0"/>
              </a:buClr>
              <a:buSzPts val="4000"/>
              <a:buNone/>
            </a:pPr>
            <a:r>
              <a:rPr lang="en-US" dirty="0"/>
              <a:t>September 1</a:t>
            </a:r>
            <a:endParaRPr dirty="0"/>
          </a:p>
        </p:txBody>
      </p:sp>
      <p:sp>
        <p:nvSpPr>
          <p:cNvPr id="4821" name="Google Shape;4821;p1"/>
          <p:cNvSpPr txBox="1">
            <a:spLocks noGrp="1"/>
          </p:cNvSpPr>
          <p:nvPr>
            <p:ph type="subTitle" idx="2"/>
          </p:nvPr>
        </p:nvSpPr>
        <p:spPr>
          <a:xfrm>
            <a:off x="2598872" y="4075004"/>
            <a:ext cx="5844000" cy="1337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61269"/>
              </a:buClr>
              <a:buSzPts val="4830"/>
              <a:buNone/>
            </a:pPr>
            <a:r>
              <a:rPr lang="en-US" dirty="0"/>
              <a:t>VS Code Installation Guide</a:t>
            </a:r>
            <a:endParaRPr dirty="0"/>
          </a:p>
        </p:txBody>
      </p:sp>
      <p:sp>
        <p:nvSpPr>
          <p:cNvPr id="4822" name="Google Shape;4822;p1"/>
          <p:cNvSpPr txBox="1">
            <a:spLocks noGrp="1"/>
          </p:cNvSpPr>
          <p:nvPr>
            <p:ph type="title"/>
          </p:nvPr>
        </p:nvSpPr>
        <p:spPr>
          <a:xfrm>
            <a:off x="2598874" y="2400895"/>
            <a:ext cx="5844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/>
            <a:r>
              <a:rPr lang="en-GB" dirty="0">
                <a:sym typeface="Avenir"/>
              </a:rPr>
              <a:t>Python level 1</a:t>
            </a:r>
            <a:endParaRPr dirty="0"/>
          </a:p>
        </p:txBody>
      </p:sp>
      <p:sp>
        <p:nvSpPr>
          <p:cNvPr id="4823" name="Google Shape;4823;p1"/>
          <p:cNvSpPr txBox="1">
            <a:spLocks noGrp="1"/>
          </p:cNvSpPr>
          <p:nvPr>
            <p:ph type="body" idx="3"/>
          </p:nvPr>
        </p:nvSpPr>
        <p:spPr>
          <a:xfrm>
            <a:off x="2598872" y="6314165"/>
            <a:ext cx="5844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EA8F0"/>
              </a:buClr>
              <a:buSzPts val="4000"/>
              <a:buNone/>
            </a:pPr>
            <a:r>
              <a:rPr lang="en-US" dirty="0"/>
              <a:t>Alexandra Oliveira</a:t>
            </a:r>
            <a:endParaRPr dirty="0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E5F3D6D-3AF9-B5B3-C4C0-D2B8878EF51F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5" name="Google Shape;4875;p7"/>
          <p:cNvSpPr txBox="1">
            <a:spLocks noGrp="1"/>
          </p:cNvSpPr>
          <p:nvPr>
            <p:ph type="body" idx="2"/>
          </p:nvPr>
        </p:nvSpPr>
        <p:spPr>
          <a:xfrm>
            <a:off x="700548" y="612902"/>
            <a:ext cx="14099458" cy="79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indent="0">
              <a:spcBef>
                <a:spcPts val="0"/>
              </a:spcBef>
              <a:buSzPts val="5700"/>
            </a:pPr>
            <a:r>
              <a:rPr lang="en-GB" dirty="0">
                <a:sym typeface="Avenir"/>
              </a:rPr>
              <a:t>Installing Python</a:t>
            </a:r>
            <a:endParaRPr dirty="0"/>
          </a:p>
        </p:txBody>
      </p:sp>
      <p:sp>
        <p:nvSpPr>
          <p:cNvPr id="7" name="Google Shape;619;p4">
            <a:extLst>
              <a:ext uri="{FF2B5EF4-FFF2-40B4-BE49-F238E27FC236}">
                <a16:creationId xmlns:a16="http://schemas.microsoft.com/office/drawing/2014/main" id="{48BEC970-DC1A-47E1-71D0-4A451A4EF1BF}"/>
              </a:ext>
            </a:extLst>
          </p:cNvPr>
          <p:cNvSpPr txBox="1">
            <a:spLocks/>
          </p:cNvSpPr>
          <p:nvPr/>
        </p:nvSpPr>
        <p:spPr>
          <a:xfrm>
            <a:off x="1270389" y="2556036"/>
            <a:ext cx="12996543" cy="643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just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accent3"/>
              </a:buClr>
              <a:buSzPts val="1800"/>
            </a:pPr>
            <a:r>
              <a:rPr lang="en-GB" sz="2700" b="1" dirty="0">
                <a:solidFill>
                  <a:schemeClr val="accent3"/>
                </a:solidFill>
              </a:rPr>
              <a:t>Download a Python:</a:t>
            </a:r>
            <a:endParaRPr lang="en-GB" dirty="0"/>
          </a:p>
          <a:p>
            <a:pPr marL="1200150" lvl="1" indent="-514350">
              <a:buSzPct val="100000"/>
              <a:buFont typeface="Calibri"/>
              <a:buAutoNum type="arabicPeriod"/>
            </a:pPr>
            <a:r>
              <a:rPr lang="en-GB" dirty="0"/>
              <a:t>Visit the official Python website: Python Downloads (</a:t>
            </a:r>
            <a:r>
              <a:rPr lang="en-GB" dirty="0">
                <a:hlinkClick r:id="rId3"/>
              </a:rPr>
              <a:t>https://www.python.org/downloads/</a:t>
            </a:r>
            <a:r>
              <a:rPr lang="en-GB" dirty="0"/>
              <a:t>);</a:t>
            </a:r>
          </a:p>
          <a:p>
            <a:pPr marL="1200150" lvl="1" indent="-514350">
              <a:buSzPct val="100000"/>
              <a:buFont typeface="Calibri"/>
              <a:buAutoNum type="arabicPeriod"/>
            </a:pPr>
            <a:r>
              <a:rPr lang="en-GB" dirty="0"/>
              <a:t>Click on the "Downloads" tab and select the version suitable for your operating system (Windows, macOS, or Linux);</a:t>
            </a:r>
          </a:p>
          <a:p>
            <a:pPr marL="1200150" lvl="1" indent="-514350">
              <a:buSzPct val="100000"/>
              <a:buFont typeface="Calibri"/>
              <a:buAutoNum type="arabicPeriod"/>
            </a:pPr>
            <a:r>
              <a:rPr lang="en-GB" dirty="0"/>
              <a:t>Install the latest Python version.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3714FA-B977-1F48-4088-5F50E76D6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5782" y="5254580"/>
            <a:ext cx="8296436" cy="47394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4">
          <a:extLst>
            <a:ext uri="{FF2B5EF4-FFF2-40B4-BE49-F238E27FC236}">
              <a16:creationId xmlns:a16="http://schemas.microsoft.com/office/drawing/2014/main" id="{0DC15C20-A5D4-EDD8-2B12-211838911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5" name="Google Shape;4875;p7">
            <a:extLst>
              <a:ext uri="{FF2B5EF4-FFF2-40B4-BE49-F238E27FC236}">
                <a16:creationId xmlns:a16="http://schemas.microsoft.com/office/drawing/2014/main" id="{320E6D82-4287-0295-FE4C-0C3C8DF7437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700548" y="612902"/>
            <a:ext cx="14099458" cy="79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indent="0">
              <a:spcBef>
                <a:spcPts val="0"/>
              </a:spcBef>
              <a:buSzPts val="5700"/>
            </a:pPr>
            <a:r>
              <a:rPr lang="en-GB" dirty="0">
                <a:sym typeface="Avenir"/>
              </a:rPr>
              <a:t>Installing Python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455FEE-0502-8D16-A493-7B79B86F0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488" y="5490029"/>
            <a:ext cx="6206707" cy="446679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Google Shape;619;p4">
            <a:extLst>
              <a:ext uri="{FF2B5EF4-FFF2-40B4-BE49-F238E27FC236}">
                <a16:creationId xmlns:a16="http://schemas.microsoft.com/office/drawing/2014/main" id="{842DDC30-F352-5429-45B6-1013B5501F45}"/>
              </a:ext>
            </a:extLst>
          </p:cNvPr>
          <p:cNvSpPr txBox="1">
            <a:spLocks/>
          </p:cNvSpPr>
          <p:nvPr/>
        </p:nvSpPr>
        <p:spPr>
          <a:xfrm>
            <a:off x="1270389" y="2369471"/>
            <a:ext cx="13670907" cy="643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just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Clr>
                <a:schemeClr val="accent3"/>
              </a:buClr>
              <a:buSzPts val="1800"/>
            </a:pPr>
            <a:r>
              <a:rPr lang="en-GB" sz="2700" b="1" dirty="0">
                <a:solidFill>
                  <a:schemeClr val="accent3"/>
                </a:solidFill>
              </a:rPr>
              <a:t>Run the Installer:</a:t>
            </a:r>
            <a:endParaRPr lang="en-GB" dirty="0"/>
          </a:p>
          <a:p>
            <a:pPr marL="1200150" lvl="1" indent="-514350">
              <a:buSzPct val="100000"/>
              <a:buFont typeface="Calibri"/>
              <a:buAutoNum type="arabicPeriod"/>
            </a:pPr>
            <a:r>
              <a:rPr lang="en-GB" dirty="0"/>
              <a:t>For </a:t>
            </a:r>
            <a:r>
              <a:rPr lang="en-GB" b="1" dirty="0"/>
              <a:t>Windows</a:t>
            </a:r>
            <a:r>
              <a:rPr lang="en-GB" dirty="0"/>
              <a:t>: Double-click the downloaded installer (.exe) and follow the installation wizard;</a:t>
            </a:r>
          </a:p>
          <a:p>
            <a:pPr marL="1200150" lvl="1" indent="-514350">
              <a:buSzPct val="100000"/>
              <a:buFont typeface="Calibri"/>
              <a:buAutoNum type="arabicPeriod"/>
            </a:pPr>
            <a:r>
              <a:rPr lang="en-GB" dirty="0"/>
              <a:t>For </a:t>
            </a:r>
            <a:r>
              <a:rPr lang="en-GB" b="1" dirty="0"/>
              <a:t>macOS</a:t>
            </a:r>
            <a:r>
              <a:rPr lang="en-GB" dirty="0"/>
              <a:t>: Double-click the downloaded installer (.</a:t>
            </a:r>
            <a:r>
              <a:rPr lang="en-GB" dirty="0" err="1"/>
              <a:t>pkg</a:t>
            </a:r>
            <a:r>
              <a:rPr lang="en-GB" dirty="0"/>
              <a:t>) and follow the installation instructions;</a:t>
            </a:r>
          </a:p>
          <a:p>
            <a:pPr marL="1200150" lvl="1" indent="-514350">
              <a:buSzPct val="100000"/>
              <a:buFont typeface="Calibri"/>
              <a:buAutoNum type="arabicPeriod"/>
            </a:pPr>
            <a:r>
              <a:rPr lang="en-GB" dirty="0"/>
              <a:t>For </a:t>
            </a:r>
            <a:r>
              <a:rPr lang="en-GB" b="1" dirty="0"/>
              <a:t>Linux</a:t>
            </a:r>
            <a:r>
              <a:rPr lang="en-GB" dirty="0"/>
              <a:t>: Open a terminal and navigate to the directory where you downloaded the installer. Run the command: </a:t>
            </a:r>
            <a:r>
              <a:rPr lang="en-GB" dirty="0" err="1"/>
              <a:t>sudo</a:t>
            </a:r>
            <a:r>
              <a:rPr lang="en-GB" dirty="0"/>
              <a:t> </a:t>
            </a:r>
            <a:r>
              <a:rPr lang="en-GB" dirty="0" err="1"/>
              <a:t>dpkg</a:t>
            </a:r>
            <a:r>
              <a:rPr lang="en-GB" dirty="0"/>
              <a:t> -</a:t>
            </a:r>
            <a:r>
              <a:rPr lang="en-GB" dirty="0" err="1"/>
              <a:t>i</a:t>
            </a:r>
            <a:r>
              <a:rPr lang="en-GB" dirty="0"/>
              <a:t> &lt;</a:t>
            </a:r>
            <a:r>
              <a:rPr lang="en-GB" dirty="0" err="1"/>
              <a:t>installer_filename</a:t>
            </a:r>
            <a:r>
              <a:rPr lang="en-GB" dirty="0"/>
              <a:t>&gt;.</a:t>
            </a:r>
          </a:p>
        </p:txBody>
      </p:sp>
    </p:spTree>
    <p:extLst>
      <p:ext uri="{BB962C8B-B14F-4D97-AF65-F5344CB8AC3E}">
        <p14:creationId xmlns:p14="http://schemas.microsoft.com/office/powerpoint/2010/main" val="3461291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4">
          <a:extLst>
            <a:ext uri="{FF2B5EF4-FFF2-40B4-BE49-F238E27FC236}">
              <a16:creationId xmlns:a16="http://schemas.microsoft.com/office/drawing/2014/main" id="{F961E7BF-7B24-A463-FCB7-C7442C3A4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5" name="Google Shape;4875;p7">
            <a:extLst>
              <a:ext uri="{FF2B5EF4-FFF2-40B4-BE49-F238E27FC236}">
                <a16:creationId xmlns:a16="http://schemas.microsoft.com/office/drawing/2014/main" id="{7CD5988D-B799-A3D9-A924-96C6350F55F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700548" y="612902"/>
            <a:ext cx="14099458" cy="79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indent="0">
              <a:spcBef>
                <a:spcPts val="0"/>
              </a:spcBef>
              <a:buSzPts val="5700"/>
            </a:pPr>
            <a:r>
              <a:rPr lang="en-GB" dirty="0">
                <a:sym typeface="Avenir"/>
              </a:rPr>
              <a:t>Installing VS Code on Windows</a:t>
            </a:r>
            <a:endParaRPr dirty="0"/>
          </a:p>
        </p:txBody>
      </p:sp>
      <p:sp>
        <p:nvSpPr>
          <p:cNvPr id="9" name="Google Shape;627;p5">
            <a:extLst>
              <a:ext uri="{FF2B5EF4-FFF2-40B4-BE49-F238E27FC236}">
                <a16:creationId xmlns:a16="http://schemas.microsoft.com/office/drawing/2014/main" id="{9E80D7D3-FF1E-5E1F-CAB8-EDE573E860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70814" y="3264375"/>
            <a:ext cx="7548447" cy="643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normAutofit/>
          </a:bodyPr>
          <a:lstStyle/>
          <a:p>
            <a:pPr marL="0" indent="0">
              <a:buClr>
                <a:schemeClr val="accent3"/>
              </a:buClr>
              <a:buSzPts val="1800"/>
              <a:buNone/>
            </a:pPr>
            <a:r>
              <a:rPr lang="en-GB" sz="2700" b="1" dirty="0">
                <a:solidFill>
                  <a:schemeClr val="accent3"/>
                </a:solidFill>
              </a:rPr>
              <a:t>Install VS Code</a:t>
            </a:r>
            <a:endParaRPr dirty="0"/>
          </a:p>
          <a:p>
            <a:pPr marL="1028700" lvl="1" indent="-342900">
              <a:buSzPct val="100000"/>
            </a:pPr>
            <a:r>
              <a:rPr lang="en-GB" sz="2400" b="1" dirty="0"/>
              <a:t>For windows</a:t>
            </a:r>
            <a:endParaRPr dirty="0"/>
          </a:p>
          <a:p>
            <a:pPr marL="1714500" lvl="2" indent="-342900">
              <a:buSzPct val="100000"/>
            </a:pPr>
            <a:r>
              <a:rPr lang="en-GB" sz="2400" dirty="0"/>
              <a:t>Run the downloaded .exe installer.</a:t>
            </a:r>
            <a:endParaRPr dirty="0"/>
          </a:p>
          <a:p>
            <a:pPr marL="1714500" lvl="2" indent="-342900">
              <a:buSzPct val="100000"/>
            </a:pPr>
            <a:r>
              <a:rPr lang="en-GB" sz="2400" dirty="0"/>
              <a:t>Accept the license agreement.</a:t>
            </a:r>
            <a:endParaRPr dirty="0"/>
          </a:p>
          <a:p>
            <a:pPr marL="1714500" lvl="2" indent="-342900">
              <a:buSzPct val="100000"/>
            </a:pPr>
            <a:r>
              <a:rPr lang="en-GB" sz="2400" dirty="0"/>
              <a:t>Choose the installation location (default is fine for most users).</a:t>
            </a:r>
            <a:endParaRPr dirty="0"/>
          </a:p>
          <a:p>
            <a:pPr marL="1714500" lvl="2" indent="-342900">
              <a:buSzPct val="100000"/>
            </a:pPr>
            <a:r>
              <a:rPr lang="en-GB" sz="2400" b="1" dirty="0"/>
              <a:t>Recommended: </a:t>
            </a:r>
            <a:r>
              <a:rPr lang="en-GB" sz="2400" dirty="0"/>
              <a:t>Check the following options during setup:</a:t>
            </a:r>
            <a:endParaRPr dirty="0"/>
          </a:p>
          <a:p>
            <a:pPr marL="2400300" lvl="3" indent="-342900">
              <a:buSzPct val="100000"/>
            </a:pPr>
            <a:r>
              <a:rPr lang="en-GB" sz="2400" dirty="0"/>
              <a:t>Add "Open with Code" to context menu</a:t>
            </a:r>
            <a:endParaRPr dirty="0"/>
          </a:p>
          <a:p>
            <a:pPr marL="2400300" lvl="3" indent="-342900">
              <a:buSzPct val="100000"/>
            </a:pPr>
            <a:r>
              <a:rPr lang="en-GB" sz="2400" dirty="0"/>
              <a:t>Register Code as editor for supported file types.</a:t>
            </a:r>
            <a:endParaRPr dirty="0"/>
          </a:p>
          <a:p>
            <a:pPr marL="1714500" lvl="2" indent="-342900">
              <a:buSzPct val="100000"/>
            </a:pPr>
            <a:r>
              <a:rPr lang="en-GB" sz="2400" dirty="0"/>
              <a:t>Click Install.</a:t>
            </a:r>
            <a:endParaRPr dirty="0"/>
          </a:p>
          <a:p>
            <a:pPr marL="1714500" lvl="2" indent="-228600">
              <a:buSzPts val="1200"/>
              <a:buNone/>
            </a:pPr>
            <a:endParaRPr sz="1800" dirty="0"/>
          </a:p>
          <a:p>
            <a:pPr marL="514350" indent="-342900">
              <a:buSzPts val="1800"/>
              <a:buNone/>
            </a:pPr>
            <a:endParaRPr sz="2700" dirty="0"/>
          </a:p>
        </p:txBody>
      </p:sp>
      <p:pic>
        <p:nvPicPr>
          <p:cNvPr id="10" name="Picture 2" descr="Visual Studio Code - Setup Wizard">
            <a:extLst>
              <a:ext uri="{FF2B5EF4-FFF2-40B4-BE49-F238E27FC236}">
                <a16:creationId xmlns:a16="http://schemas.microsoft.com/office/drawing/2014/main" id="{DF7B8078-1404-B4D3-EE0D-BF4046296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7826" y="2090051"/>
            <a:ext cx="4789919" cy="3906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Visual Studio Code - Additional Tasks">
            <a:extLst>
              <a:ext uri="{FF2B5EF4-FFF2-40B4-BE49-F238E27FC236}">
                <a16:creationId xmlns:a16="http://schemas.microsoft.com/office/drawing/2014/main" id="{5E431C10-4A21-D47B-7DF8-164F9EA8A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7826" y="6096543"/>
            <a:ext cx="4794254" cy="39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4078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4">
          <a:extLst>
            <a:ext uri="{FF2B5EF4-FFF2-40B4-BE49-F238E27FC236}">
              <a16:creationId xmlns:a16="http://schemas.microsoft.com/office/drawing/2014/main" id="{50F2B548-1033-DE71-8DF5-5518D7E15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5" name="Google Shape;4875;p7">
            <a:extLst>
              <a:ext uri="{FF2B5EF4-FFF2-40B4-BE49-F238E27FC236}">
                <a16:creationId xmlns:a16="http://schemas.microsoft.com/office/drawing/2014/main" id="{13E39527-CC6D-F9B6-C84F-0243325AF7B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700548" y="612902"/>
            <a:ext cx="14099458" cy="79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indent="0">
              <a:spcBef>
                <a:spcPts val="0"/>
              </a:spcBef>
              <a:buSzPts val="5700"/>
            </a:pPr>
            <a:r>
              <a:rPr lang="en-GB" dirty="0">
                <a:sym typeface="Avenir"/>
              </a:rPr>
              <a:t>Installing VS Code on MAC</a:t>
            </a:r>
            <a:endParaRPr dirty="0"/>
          </a:p>
        </p:txBody>
      </p:sp>
      <p:sp>
        <p:nvSpPr>
          <p:cNvPr id="3" name="Google Shape;635;p6">
            <a:extLst>
              <a:ext uri="{FF2B5EF4-FFF2-40B4-BE49-F238E27FC236}">
                <a16:creationId xmlns:a16="http://schemas.microsoft.com/office/drawing/2014/main" id="{ACC6948D-4BFB-321B-E03A-96A26B64B3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70814" y="2839371"/>
            <a:ext cx="13186166" cy="689994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rmAutofit/>
          </a:bodyPr>
          <a:lstStyle/>
          <a:p>
            <a:pPr marL="0" indent="0">
              <a:spcBef>
                <a:spcPts val="0"/>
              </a:spcBef>
              <a:buClr>
                <a:schemeClr val="accent3"/>
              </a:buClr>
              <a:buSzPts val="1800"/>
              <a:buNone/>
            </a:pPr>
            <a:r>
              <a:rPr lang="en-GB" sz="2700" b="1" dirty="0">
                <a:solidFill>
                  <a:schemeClr val="accent3"/>
                </a:solidFill>
              </a:rPr>
              <a:t>Install VS Code</a:t>
            </a:r>
            <a:endParaRPr dirty="0"/>
          </a:p>
          <a:p>
            <a:pPr marL="1028700" lvl="1" indent="-342900">
              <a:buSzPct val="100000"/>
            </a:pPr>
            <a:r>
              <a:rPr lang="en-GB" sz="2400" b="1" dirty="0"/>
              <a:t>For MAC</a:t>
            </a:r>
            <a:endParaRPr dirty="0"/>
          </a:p>
          <a:p>
            <a:pPr marL="1714500" lvl="2" indent="-342900">
              <a:buSzPct val="100000"/>
            </a:pPr>
            <a:r>
              <a:rPr lang="en-GB" sz="2400" dirty="0"/>
              <a:t>Open the downloaded .zip file.</a:t>
            </a:r>
            <a:endParaRPr dirty="0"/>
          </a:p>
          <a:p>
            <a:pPr marL="1714500" lvl="2" indent="-342900">
              <a:buSzPct val="100000"/>
            </a:pPr>
            <a:r>
              <a:rPr lang="en-GB" sz="2400" dirty="0"/>
              <a:t>Drag the Visual Studio Code app into your Applications folder.</a:t>
            </a:r>
            <a:endParaRPr dirty="0"/>
          </a:p>
          <a:p>
            <a:pPr marL="1714500" lvl="2" indent="-342900">
              <a:buSzPct val="100000"/>
            </a:pPr>
            <a:r>
              <a:rPr lang="en-GB" sz="2400" dirty="0"/>
              <a:t>You can optionally add VS Code to your Dock for easy access.</a:t>
            </a:r>
            <a:endParaRPr dirty="0"/>
          </a:p>
          <a:p>
            <a:pPr marL="0" indent="0">
              <a:buSzPts val="2300"/>
              <a:buNone/>
            </a:pPr>
            <a:endParaRPr sz="3450" dirty="0"/>
          </a:p>
        </p:txBody>
      </p:sp>
      <p:pic>
        <p:nvPicPr>
          <p:cNvPr id="4" name="Picture 2" descr="Why doesn't VS Code auto update on macOS? - Stack Overflow">
            <a:extLst>
              <a:ext uri="{FF2B5EF4-FFF2-40B4-BE49-F238E27FC236}">
                <a16:creationId xmlns:a16="http://schemas.microsoft.com/office/drawing/2014/main" id="{778269D0-FA9B-3685-1A70-0C78EC276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6656" y="5494797"/>
            <a:ext cx="7378049" cy="424451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6281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4">
          <a:extLst>
            <a:ext uri="{FF2B5EF4-FFF2-40B4-BE49-F238E27FC236}">
              <a16:creationId xmlns:a16="http://schemas.microsoft.com/office/drawing/2014/main" id="{54C3EE08-1854-F83E-41E5-E96E4C8BE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5" name="Google Shape;4875;p7">
            <a:extLst>
              <a:ext uri="{FF2B5EF4-FFF2-40B4-BE49-F238E27FC236}">
                <a16:creationId xmlns:a16="http://schemas.microsoft.com/office/drawing/2014/main" id="{2ED97DA8-2EE1-046D-B8FB-D2EE75A3FD54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700548" y="612902"/>
            <a:ext cx="14099458" cy="79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indent="0">
              <a:spcBef>
                <a:spcPts val="0"/>
              </a:spcBef>
              <a:buSzPts val="5700"/>
            </a:pPr>
            <a:r>
              <a:rPr lang="en-GB" dirty="0">
                <a:sym typeface="Avenir"/>
              </a:rPr>
              <a:t>VS Code essentials</a:t>
            </a:r>
            <a:endParaRPr dirty="0"/>
          </a:p>
        </p:txBody>
      </p:sp>
      <p:sp>
        <p:nvSpPr>
          <p:cNvPr id="5" name="Google Shape;635;p6">
            <a:extLst>
              <a:ext uri="{FF2B5EF4-FFF2-40B4-BE49-F238E27FC236}">
                <a16:creationId xmlns:a16="http://schemas.microsoft.com/office/drawing/2014/main" id="{10C051F8-DA69-FEB4-82D4-7C371B72A6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70813" y="2839371"/>
            <a:ext cx="14242989" cy="689994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rmAutofit/>
          </a:bodyPr>
          <a:lstStyle/>
          <a:p>
            <a:pPr marL="0" indent="0">
              <a:buClr>
                <a:schemeClr val="accent3"/>
              </a:buClr>
              <a:buSzPts val="1800"/>
              <a:buNone/>
            </a:pPr>
            <a:r>
              <a:rPr lang="en-GB" sz="2700" b="1" dirty="0">
                <a:solidFill>
                  <a:schemeClr val="accent3"/>
                </a:solidFill>
              </a:rPr>
              <a:t>Set up a virtual environment</a:t>
            </a:r>
            <a:endParaRPr dirty="0"/>
          </a:p>
          <a:p>
            <a:pPr marL="1028700" lvl="1" indent="-342900">
              <a:buSzPct val="100000"/>
            </a:pPr>
            <a:r>
              <a:rPr lang="en-GB" sz="2400" b="1" dirty="0"/>
              <a:t>Create</a:t>
            </a:r>
            <a:r>
              <a:rPr lang="en-GB" sz="2400" dirty="0"/>
              <a:t> the virtual environment: In the terminal and insider your project folder type.</a:t>
            </a:r>
            <a:endParaRPr dirty="0"/>
          </a:p>
          <a:p>
            <a:pPr marL="1028700" lvl="1" indent="-190500">
              <a:buSzPct val="100000"/>
              <a:buNone/>
            </a:pPr>
            <a:endParaRPr sz="2400" dirty="0"/>
          </a:p>
          <a:p>
            <a:pPr marL="685800" lvl="1" indent="0">
              <a:buSzPct val="100000"/>
              <a:buNone/>
            </a:pPr>
            <a:endParaRPr sz="2400" dirty="0"/>
          </a:p>
          <a:p>
            <a:pPr marL="1028700" lvl="1" indent="-342900">
              <a:buSzPct val="100000"/>
            </a:pPr>
            <a:endParaRPr lang="en-GB" sz="2400" dirty="0"/>
          </a:p>
          <a:p>
            <a:pPr marL="1028700" lvl="1" indent="-342900">
              <a:buSzPct val="100000"/>
            </a:pPr>
            <a:endParaRPr lang="en-GB" sz="2400" dirty="0"/>
          </a:p>
          <a:p>
            <a:pPr marL="1028700" lvl="1" indent="-342900">
              <a:buSzPct val="100000"/>
            </a:pPr>
            <a:endParaRPr lang="en-GB" dirty="0"/>
          </a:p>
          <a:p>
            <a:pPr marL="1028700" lvl="1" indent="-342900">
              <a:buSzPct val="100000"/>
            </a:pPr>
            <a:r>
              <a:rPr lang="en-GB" sz="2400" b="1" dirty="0"/>
              <a:t>Activate</a:t>
            </a:r>
            <a:r>
              <a:rPr lang="en-GB" sz="2400" dirty="0"/>
              <a:t> the virtual environment.</a:t>
            </a:r>
            <a:endParaRPr dirty="0"/>
          </a:p>
          <a:p>
            <a:pPr marL="1028700" lvl="1" indent="-190500">
              <a:buSzPct val="100000"/>
              <a:buNone/>
            </a:pPr>
            <a:endParaRPr sz="2400" dirty="0"/>
          </a:p>
          <a:p>
            <a:pPr marL="1028700" lvl="1" indent="-190500">
              <a:buSzPct val="100000"/>
              <a:buNone/>
            </a:pPr>
            <a:endParaRPr sz="2400" dirty="0"/>
          </a:p>
          <a:p>
            <a:pPr marL="1028700" lvl="1" indent="-342900">
              <a:buSzPct val="100000"/>
            </a:pPr>
            <a:r>
              <a:rPr lang="en-GB" sz="2400" dirty="0"/>
              <a:t>After activation, your </a:t>
            </a:r>
            <a:r>
              <a:rPr lang="en-GB" sz="2400" b="1" dirty="0"/>
              <a:t>terminal</a:t>
            </a:r>
            <a:r>
              <a:rPr lang="en-GB" sz="2400" dirty="0"/>
              <a:t> will show the environment name at the beginning, like.</a:t>
            </a:r>
            <a:endParaRPr dirty="0"/>
          </a:p>
          <a:p>
            <a:pPr marL="0" indent="0">
              <a:buSzPts val="2300"/>
              <a:buNone/>
            </a:pPr>
            <a:endParaRPr sz="3450" dirty="0"/>
          </a:p>
        </p:txBody>
      </p:sp>
      <p:sp>
        <p:nvSpPr>
          <p:cNvPr id="9" name="Google Shape;641;p6">
            <a:extLst>
              <a:ext uri="{FF2B5EF4-FFF2-40B4-BE49-F238E27FC236}">
                <a16:creationId xmlns:a16="http://schemas.microsoft.com/office/drawing/2014/main" id="{37062481-F1AC-BC17-C805-814D3A95286F}"/>
              </a:ext>
            </a:extLst>
          </p:cNvPr>
          <p:cNvSpPr txBox="1"/>
          <p:nvPr/>
        </p:nvSpPr>
        <p:spPr>
          <a:xfrm>
            <a:off x="3094104" y="6552479"/>
            <a:ext cx="5027378" cy="657134"/>
          </a:xfrm>
          <a:prstGeom prst="round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algn="ctr">
              <a:lnSpc>
                <a:spcPct val="147722"/>
              </a:lnSpc>
            </a:pPr>
            <a:r>
              <a:rPr lang="en-GB" sz="2000" dirty="0">
                <a:solidFill>
                  <a:srgbClr val="FFFFFF"/>
                </a:solidFill>
                <a:latin typeface="JetBrains Mono"/>
                <a:cs typeface="JetBrains Mono"/>
                <a:sym typeface="Ubuntu Mono"/>
              </a:rPr>
              <a:t>.\</a:t>
            </a:r>
            <a:r>
              <a:rPr lang="en-GB" sz="2000" dirty="0" err="1">
                <a:solidFill>
                  <a:srgbClr val="FFFFFF"/>
                </a:solidFill>
                <a:latin typeface="JetBrains Mono"/>
                <a:cs typeface="JetBrains Mono"/>
                <a:sym typeface="Ubuntu Mono"/>
              </a:rPr>
              <a:t>venv</a:t>
            </a:r>
            <a:r>
              <a:rPr lang="en-GB" sz="2000" dirty="0">
                <a:solidFill>
                  <a:srgbClr val="FFFFFF"/>
                </a:solidFill>
                <a:latin typeface="JetBrains Mono"/>
                <a:cs typeface="JetBrains Mono"/>
                <a:sym typeface="Ubuntu Mono"/>
              </a:rPr>
              <a:t>\Scripts\Activate.ps1</a:t>
            </a:r>
            <a:endParaRPr sz="2000" dirty="0">
              <a:solidFill>
                <a:srgbClr val="FFFFFF"/>
              </a:solidFill>
              <a:latin typeface="JetBrains Mono"/>
              <a:cs typeface="JetBrains Mono"/>
            </a:endParaRPr>
          </a:p>
        </p:txBody>
      </p:sp>
      <p:sp>
        <p:nvSpPr>
          <p:cNvPr id="10" name="Google Shape;642;p6">
            <a:extLst>
              <a:ext uri="{FF2B5EF4-FFF2-40B4-BE49-F238E27FC236}">
                <a16:creationId xmlns:a16="http://schemas.microsoft.com/office/drawing/2014/main" id="{CE884FFA-6753-298E-D6A3-2D5C1F0AC9BE}"/>
              </a:ext>
            </a:extLst>
          </p:cNvPr>
          <p:cNvSpPr txBox="1"/>
          <p:nvPr/>
        </p:nvSpPr>
        <p:spPr>
          <a:xfrm>
            <a:off x="1397001" y="6627161"/>
            <a:ext cx="1915580" cy="507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r>
              <a:rPr lang="en-GB" sz="2400" b="1" dirty="0">
                <a:solidFill>
                  <a:schemeClr val="accent4"/>
                </a:solidFill>
                <a:latin typeface="Poppins" pitchFamily="2" charset="77"/>
                <a:ea typeface="Avenir"/>
                <a:cs typeface="Poppins" pitchFamily="2" charset="77"/>
                <a:sym typeface="Avenir"/>
              </a:rPr>
              <a:t>Windows</a:t>
            </a:r>
            <a:endParaRPr sz="21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1" name="Google Shape;643;p6">
            <a:extLst>
              <a:ext uri="{FF2B5EF4-FFF2-40B4-BE49-F238E27FC236}">
                <a16:creationId xmlns:a16="http://schemas.microsoft.com/office/drawing/2014/main" id="{2E720EBA-E6F5-4685-8506-2E635C1430FF}"/>
              </a:ext>
            </a:extLst>
          </p:cNvPr>
          <p:cNvSpPr txBox="1"/>
          <p:nvPr/>
        </p:nvSpPr>
        <p:spPr>
          <a:xfrm>
            <a:off x="8245365" y="6627161"/>
            <a:ext cx="2086322" cy="507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r>
              <a:rPr lang="en-GB" sz="2400" b="1" dirty="0">
                <a:solidFill>
                  <a:schemeClr val="accent4"/>
                </a:solidFill>
                <a:latin typeface="Poppins" pitchFamily="2" charset="77"/>
                <a:ea typeface="Avenir"/>
                <a:cs typeface="Poppins" pitchFamily="2" charset="77"/>
                <a:sym typeface="Avenir"/>
              </a:rPr>
              <a:t>MAC/Linux</a:t>
            </a:r>
            <a:endParaRPr sz="2100" dirty="0"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597036E-29A6-55C8-220E-304BAD555634}"/>
              </a:ext>
            </a:extLst>
          </p:cNvPr>
          <p:cNvGrpSpPr/>
          <p:nvPr/>
        </p:nvGrpSpPr>
        <p:grpSpPr>
          <a:xfrm>
            <a:off x="5029200" y="3874564"/>
            <a:ext cx="8229601" cy="2993782"/>
            <a:chOff x="2460636" y="4116765"/>
            <a:chExt cx="8229601" cy="2993782"/>
          </a:xfrm>
        </p:grpSpPr>
        <p:grpSp>
          <p:nvGrpSpPr>
            <p:cNvPr id="16" name="Google Shape;4851;p5">
              <a:extLst>
                <a:ext uri="{FF2B5EF4-FFF2-40B4-BE49-F238E27FC236}">
                  <a16:creationId xmlns:a16="http://schemas.microsoft.com/office/drawing/2014/main" id="{AFC1023A-D343-5295-9B50-4E7C176A0506}"/>
                </a:ext>
              </a:extLst>
            </p:cNvPr>
            <p:cNvGrpSpPr/>
            <p:nvPr/>
          </p:nvGrpSpPr>
          <p:grpSpPr>
            <a:xfrm>
              <a:off x="2460636" y="4333672"/>
              <a:ext cx="8229600" cy="1603748"/>
              <a:chOff x="0" y="0"/>
              <a:chExt cx="10972800" cy="2138331"/>
            </a:xfrm>
          </p:grpSpPr>
          <p:sp>
            <p:nvSpPr>
              <p:cNvPr id="18" name="Google Shape;4852;p5">
                <a:extLst>
                  <a:ext uri="{FF2B5EF4-FFF2-40B4-BE49-F238E27FC236}">
                    <a16:creationId xmlns:a16="http://schemas.microsoft.com/office/drawing/2014/main" id="{BF463074-FB6A-2116-AAF7-3AD2C239CACA}"/>
                  </a:ext>
                </a:extLst>
              </p:cNvPr>
              <p:cNvSpPr/>
              <p:nvPr/>
            </p:nvSpPr>
            <p:spPr>
              <a:xfrm>
                <a:off x="0" y="0"/>
                <a:ext cx="10972800" cy="2138331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512091" extrusionOk="0">
                    <a:moveTo>
                      <a:pt x="1789430" y="1512091"/>
                    </a:moveTo>
                    <a:lnTo>
                      <a:pt x="124460" y="1512091"/>
                    </a:lnTo>
                    <a:cubicBezTo>
                      <a:pt x="55880" y="1512091"/>
                      <a:pt x="0" y="1456211"/>
                      <a:pt x="0" y="1387631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789430" y="0"/>
                    </a:lnTo>
                    <a:cubicBezTo>
                      <a:pt x="1858010" y="0"/>
                      <a:pt x="1913890" y="55880"/>
                      <a:pt x="1913890" y="124460"/>
                    </a:cubicBezTo>
                    <a:lnTo>
                      <a:pt x="1913890" y="1387631"/>
                    </a:lnTo>
                    <a:cubicBezTo>
                      <a:pt x="1913890" y="1456211"/>
                      <a:pt x="1858010" y="1512091"/>
                      <a:pt x="1789430" y="1512091"/>
                    </a:cubicBezTo>
                    <a:close/>
                  </a:path>
                </a:pathLst>
              </a:custGeom>
              <a:solidFill>
                <a:srgbClr val="2E24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9" name="Google Shape;4853;p5">
                <a:extLst>
                  <a:ext uri="{FF2B5EF4-FFF2-40B4-BE49-F238E27FC236}">
                    <a16:creationId xmlns:a16="http://schemas.microsoft.com/office/drawing/2014/main" id="{3892A16D-E95C-4124-2288-B6195136685E}"/>
                  </a:ext>
                </a:extLst>
              </p:cNvPr>
              <p:cNvCxnSpPr/>
              <p:nvPr/>
            </p:nvCxnSpPr>
            <p:spPr>
              <a:xfrm>
                <a:off x="926812" y="1049035"/>
                <a:ext cx="9119176" cy="0"/>
              </a:xfrm>
              <a:prstGeom prst="straightConnector1">
                <a:avLst/>
              </a:prstGeom>
              <a:noFill/>
              <a:ln w="38100" cap="rnd" cmpd="sng">
                <a:solidFill>
                  <a:srgbClr val="FFFFFF">
                    <a:alpha val="19607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0" name="Google Shape;4854;p5">
                <a:extLst>
                  <a:ext uri="{FF2B5EF4-FFF2-40B4-BE49-F238E27FC236}">
                    <a16:creationId xmlns:a16="http://schemas.microsoft.com/office/drawing/2014/main" id="{09208AB7-9B28-E3A3-0253-AF44FAE7940C}"/>
                  </a:ext>
                </a:extLst>
              </p:cNvPr>
              <p:cNvSpPr/>
              <p:nvPr/>
            </p:nvSpPr>
            <p:spPr>
              <a:xfrm>
                <a:off x="926811" y="464665"/>
                <a:ext cx="319517" cy="319517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 extrusionOk="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57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4855;p5">
                <a:extLst>
                  <a:ext uri="{FF2B5EF4-FFF2-40B4-BE49-F238E27FC236}">
                    <a16:creationId xmlns:a16="http://schemas.microsoft.com/office/drawing/2014/main" id="{25240869-E434-1291-C3AB-079A69C6C806}"/>
                  </a:ext>
                </a:extLst>
              </p:cNvPr>
              <p:cNvSpPr/>
              <p:nvPr/>
            </p:nvSpPr>
            <p:spPr>
              <a:xfrm>
                <a:off x="1302174" y="464665"/>
                <a:ext cx="319517" cy="319517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 extrusionOk="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4856;p5">
                <a:extLst>
                  <a:ext uri="{FF2B5EF4-FFF2-40B4-BE49-F238E27FC236}">
                    <a16:creationId xmlns:a16="http://schemas.microsoft.com/office/drawing/2014/main" id="{357B8538-E70A-F349-8052-86E7910FF050}"/>
                  </a:ext>
                </a:extLst>
              </p:cNvPr>
              <p:cNvSpPr/>
              <p:nvPr/>
            </p:nvSpPr>
            <p:spPr>
              <a:xfrm>
                <a:off x="1677536" y="464665"/>
                <a:ext cx="319517" cy="319517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 extrusionOk="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" name="Google Shape;4857;p5">
              <a:extLst>
                <a:ext uri="{FF2B5EF4-FFF2-40B4-BE49-F238E27FC236}">
                  <a16:creationId xmlns:a16="http://schemas.microsoft.com/office/drawing/2014/main" id="{D9805CF5-C6CE-2853-89A5-BF9CD9602405}"/>
                </a:ext>
              </a:extLst>
            </p:cNvPr>
            <p:cNvSpPr txBox="1">
              <a:spLocks/>
            </p:cNvSpPr>
            <p:nvPr/>
          </p:nvSpPr>
          <p:spPr>
            <a:xfrm>
              <a:off x="5830374" y="4676304"/>
              <a:ext cx="4164753" cy="4022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580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4" b="0" i="0" u="none" strike="noStrike" cap="none" dirty="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terminal</a:t>
              </a:r>
              <a:endParaRPr dirty="0"/>
            </a:p>
          </p:txBody>
        </p:sp>
        <p:sp>
          <p:nvSpPr>
            <p:cNvPr id="14" name="Google Shape;4858;p5">
              <a:extLst>
                <a:ext uri="{FF2B5EF4-FFF2-40B4-BE49-F238E27FC236}">
                  <a16:creationId xmlns:a16="http://schemas.microsoft.com/office/drawing/2014/main" id="{B778E530-854B-91E9-D963-AF7A1CD8068F}"/>
                </a:ext>
              </a:extLst>
            </p:cNvPr>
            <p:cNvSpPr/>
            <p:nvPr/>
          </p:nvSpPr>
          <p:spPr>
            <a:xfrm>
              <a:off x="2460637" y="4291215"/>
              <a:ext cx="8229600" cy="1646205"/>
            </a:xfrm>
            <a:prstGeom prst="roundRect">
              <a:avLst>
                <a:gd name="adj" fmla="val 10241"/>
              </a:avLst>
            </a:prstGeom>
            <a:solidFill>
              <a:srgbClr val="000000">
                <a:alpha val="0"/>
              </a:srgbClr>
            </a:solidFill>
            <a:ln w="85725" cap="rnd" cmpd="sng">
              <a:solidFill>
                <a:srgbClr val="E2CB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" name="Google Shape;4859;p5">
              <a:extLst>
                <a:ext uri="{FF2B5EF4-FFF2-40B4-BE49-F238E27FC236}">
                  <a16:creationId xmlns:a16="http://schemas.microsoft.com/office/drawing/2014/main" id="{FC367372-6529-032C-CC44-113E7C882B49}"/>
                </a:ext>
              </a:extLst>
            </p:cNvPr>
            <p:cNvSpPr txBox="1"/>
            <p:nvPr/>
          </p:nvSpPr>
          <p:spPr>
            <a:xfrm>
              <a:off x="2460636" y="4116765"/>
              <a:ext cx="8229600" cy="29937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r>
                <a:rPr lang="en-GB" sz="2000" dirty="0">
                  <a:solidFill>
                    <a:srgbClr val="FFFFFF"/>
                  </a:solidFill>
                  <a:latin typeface="JetBrains Mono"/>
                  <a:cs typeface="JetBrains Mono"/>
                  <a:sym typeface="Ubuntu Mono"/>
                </a:rPr>
                <a:t>cd path-to-your-project-folder python –m </a:t>
              </a:r>
              <a:r>
                <a:rPr lang="en-GB" sz="2000" dirty="0" err="1">
                  <a:solidFill>
                    <a:srgbClr val="FFFFFF"/>
                  </a:solidFill>
                  <a:latin typeface="JetBrains Mono"/>
                  <a:cs typeface="JetBrains Mono"/>
                  <a:sym typeface="Ubuntu Mono"/>
                </a:rPr>
                <a:t>venv</a:t>
              </a:r>
              <a:r>
                <a:rPr lang="en-GB" sz="2000" dirty="0">
                  <a:solidFill>
                    <a:srgbClr val="FFFFFF"/>
                  </a:solidFill>
                  <a:latin typeface="JetBrains Mono"/>
                  <a:cs typeface="JetBrains Mono"/>
                  <a:sym typeface="Ubuntu Mono"/>
                </a:rPr>
                <a:t> </a:t>
              </a:r>
              <a:r>
                <a:rPr lang="en-GB" sz="2000" dirty="0" err="1">
                  <a:solidFill>
                    <a:srgbClr val="FFFFFF"/>
                  </a:solidFill>
                  <a:latin typeface="JetBrains Mono"/>
                  <a:cs typeface="JetBrains Mono"/>
                  <a:sym typeface="Ubuntu Mono"/>
                </a:rPr>
                <a:t>venv</a:t>
              </a:r>
              <a:endParaRPr lang="en-GB" sz="2000" dirty="0">
                <a:solidFill>
                  <a:srgbClr val="FFFFFF"/>
                </a:solidFill>
                <a:latin typeface="JetBrains Mono"/>
                <a:cs typeface="JetBrains Mono"/>
                <a:sym typeface="Ubuntu Mono"/>
              </a:endParaRPr>
            </a:p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3" name="Google Shape;4851;p5">
            <a:extLst>
              <a:ext uri="{FF2B5EF4-FFF2-40B4-BE49-F238E27FC236}">
                <a16:creationId xmlns:a16="http://schemas.microsoft.com/office/drawing/2014/main" id="{044886E3-29CB-F60A-6314-49F2421FE9A4}"/>
              </a:ext>
            </a:extLst>
          </p:cNvPr>
          <p:cNvGrpSpPr/>
          <p:nvPr/>
        </p:nvGrpSpPr>
        <p:grpSpPr>
          <a:xfrm>
            <a:off x="5029200" y="8192667"/>
            <a:ext cx="8229600" cy="1603748"/>
            <a:chOff x="0" y="0"/>
            <a:chExt cx="10972800" cy="2138331"/>
          </a:xfrm>
        </p:grpSpPr>
        <p:sp>
          <p:nvSpPr>
            <p:cNvPr id="34" name="Google Shape;4852;p5">
              <a:extLst>
                <a:ext uri="{FF2B5EF4-FFF2-40B4-BE49-F238E27FC236}">
                  <a16:creationId xmlns:a16="http://schemas.microsoft.com/office/drawing/2014/main" id="{A222FE30-D759-3B77-A5D0-806D029EF387}"/>
                </a:ext>
              </a:extLst>
            </p:cNvPr>
            <p:cNvSpPr/>
            <p:nvPr/>
          </p:nvSpPr>
          <p:spPr>
            <a:xfrm>
              <a:off x="0" y="0"/>
              <a:ext cx="10972800" cy="2138331"/>
            </a:xfrm>
            <a:custGeom>
              <a:avLst/>
              <a:gdLst/>
              <a:ahLst/>
              <a:cxnLst/>
              <a:rect l="l" t="t" r="r" b="b"/>
              <a:pathLst>
                <a:path w="1913890" h="1512091" extrusionOk="0">
                  <a:moveTo>
                    <a:pt x="1789430" y="1512091"/>
                  </a:moveTo>
                  <a:lnTo>
                    <a:pt x="124460" y="1512091"/>
                  </a:lnTo>
                  <a:cubicBezTo>
                    <a:pt x="55880" y="1512091"/>
                    <a:pt x="0" y="1456211"/>
                    <a:pt x="0" y="138763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789430" y="0"/>
                  </a:lnTo>
                  <a:cubicBezTo>
                    <a:pt x="1858010" y="0"/>
                    <a:pt x="1913890" y="55880"/>
                    <a:pt x="1913890" y="124460"/>
                  </a:cubicBezTo>
                  <a:lnTo>
                    <a:pt x="1913890" y="1387631"/>
                  </a:lnTo>
                  <a:cubicBezTo>
                    <a:pt x="1913890" y="1456211"/>
                    <a:pt x="1858010" y="1512091"/>
                    <a:pt x="1789430" y="1512091"/>
                  </a:cubicBezTo>
                  <a:close/>
                </a:path>
              </a:pathLst>
            </a:custGeom>
            <a:solidFill>
              <a:srgbClr val="2E24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5" name="Google Shape;4853;p5">
              <a:extLst>
                <a:ext uri="{FF2B5EF4-FFF2-40B4-BE49-F238E27FC236}">
                  <a16:creationId xmlns:a16="http://schemas.microsoft.com/office/drawing/2014/main" id="{AE5D0032-C6E4-C920-1A1F-CAB48ACA8B16}"/>
                </a:ext>
              </a:extLst>
            </p:cNvPr>
            <p:cNvCxnSpPr/>
            <p:nvPr/>
          </p:nvCxnSpPr>
          <p:spPr>
            <a:xfrm>
              <a:off x="926812" y="1049035"/>
              <a:ext cx="9119176" cy="0"/>
            </a:xfrm>
            <a:prstGeom prst="straightConnector1">
              <a:avLst/>
            </a:prstGeom>
            <a:noFill/>
            <a:ln w="38100" cap="rnd" cmpd="sng">
              <a:solidFill>
                <a:srgbClr val="FFFFFF">
                  <a:alpha val="19607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" name="Google Shape;4854;p5">
              <a:extLst>
                <a:ext uri="{FF2B5EF4-FFF2-40B4-BE49-F238E27FC236}">
                  <a16:creationId xmlns:a16="http://schemas.microsoft.com/office/drawing/2014/main" id="{54E44B2B-2DCD-3FD5-4FEA-F1F7B7F4FC20}"/>
                </a:ext>
              </a:extLst>
            </p:cNvPr>
            <p:cNvSpPr/>
            <p:nvPr/>
          </p:nvSpPr>
          <p:spPr>
            <a:xfrm>
              <a:off x="926811" y="464665"/>
              <a:ext cx="319517" cy="319517"/>
            </a:xfrm>
            <a:custGeom>
              <a:avLst/>
              <a:gdLst/>
              <a:ahLst/>
              <a:cxnLst/>
              <a:rect l="l" t="t" r="r" b="b"/>
              <a:pathLst>
                <a:path w="6350000" h="6350000" extrusionOk="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4855;p5">
              <a:extLst>
                <a:ext uri="{FF2B5EF4-FFF2-40B4-BE49-F238E27FC236}">
                  <a16:creationId xmlns:a16="http://schemas.microsoft.com/office/drawing/2014/main" id="{56070CAA-7EA3-7BA8-BEBB-B18663EDA700}"/>
                </a:ext>
              </a:extLst>
            </p:cNvPr>
            <p:cNvSpPr/>
            <p:nvPr/>
          </p:nvSpPr>
          <p:spPr>
            <a:xfrm>
              <a:off x="1302174" y="464665"/>
              <a:ext cx="319517" cy="319517"/>
            </a:xfrm>
            <a:custGeom>
              <a:avLst/>
              <a:gdLst/>
              <a:ahLst/>
              <a:cxnLst/>
              <a:rect l="l" t="t" r="r" b="b"/>
              <a:pathLst>
                <a:path w="6350000" h="6350000" extrusionOk="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DE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856;p5">
              <a:extLst>
                <a:ext uri="{FF2B5EF4-FFF2-40B4-BE49-F238E27FC236}">
                  <a16:creationId xmlns:a16="http://schemas.microsoft.com/office/drawing/2014/main" id="{5D6D4038-C559-3E3F-7330-2804FF21D8F7}"/>
                </a:ext>
              </a:extLst>
            </p:cNvPr>
            <p:cNvSpPr/>
            <p:nvPr/>
          </p:nvSpPr>
          <p:spPr>
            <a:xfrm>
              <a:off x="1677536" y="464665"/>
              <a:ext cx="319517" cy="319517"/>
            </a:xfrm>
            <a:custGeom>
              <a:avLst/>
              <a:gdLst/>
              <a:ahLst/>
              <a:cxnLst/>
              <a:rect l="l" t="t" r="r" b="b"/>
              <a:pathLst>
                <a:path w="6350000" h="6350000" extrusionOk="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ED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4857;p5">
            <a:extLst>
              <a:ext uri="{FF2B5EF4-FFF2-40B4-BE49-F238E27FC236}">
                <a16:creationId xmlns:a16="http://schemas.microsoft.com/office/drawing/2014/main" id="{6D16B27A-2CED-32BC-2E85-01555137B592}"/>
              </a:ext>
            </a:extLst>
          </p:cNvPr>
          <p:cNvSpPr txBox="1">
            <a:spLocks/>
          </p:cNvSpPr>
          <p:nvPr/>
        </p:nvSpPr>
        <p:spPr>
          <a:xfrm>
            <a:off x="8398938" y="8535299"/>
            <a:ext cx="4164753" cy="402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8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4" b="0" i="0" u="none" strike="noStrike" cap="none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terminal</a:t>
            </a:r>
            <a:endParaRPr dirty="0"/>
          </a:p>
        </p:txBody>
      </p:sp>
      <p:sp>
        <p:nvSpPr>
          <p:cNvPr id="40" name="Google Shape;4858;p5">
            <a:extLst>
              <a:ext uri="{FF2B5EF4-FFF2-40B4-BE49-F238E27FC236}">
                <a16:creationId xmlns:a16="http://schemas.microsoft.com/office/drawing/2014/main" id="{2170BDA2-7BEC-686F-7B31-6293D4718EA5}"/>
              </a:ext>
            </a:extLst>
          </p:cNvPr>
          <p:cNvSpPr/>
          <p:nvPr/>
        </p:nvSpPr>
        <p:spPr>
          <a:xfrm>
            <a:off x="5029201" y="8150210"/>
            <a:ext cx="8229600" cy="1646205"/>
          </a:xfrm>
          <a:prstGeom prst="roundRect">
            <a:avLst>
              <a:gd name="adj" fmla="val 10241"/>
            </a:avLst>
          </a:prstGeom>
          <a:solidFill>
            <a:srgbClr val="000000">
              <a:alpha val="0"/>
            </a:srgbClr>
          </a:solidFill>
          <a:ln w="85725" cap="rnd" cmpd="sng">
            <a:solidFill>
              <a:srgbClr val="E2CB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859;p5">
            <a:extLst>
              <a:ext uri="{FF2B5EF4-FFF2-40B4-BE49-F238E27FC236}">
                <a16:creationId xmlns:a16="http://schemas.microsoft.com/office/drawing/2014/main" id="{4D3A5CF1-322C-E9EE-966E-66E8901F6765}"/>
              </a:ext>
            </a:extLst>
          </p:cNvPr>
          <p:cNvSpPr txBox="1"/>
          <p:nvPr/>
        </p:nvSpPr>
        <p:spPr>
          <a:xfrm>
            <a:off x="5029200" y="7975760"/>
            <a:ext cx="8229600" cy="2993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lnSpc>
                <a:spcPct val="147722"/>
              </a:lnSpc>
            </a:pPr>
            <a:r>
              <a:rPr lang="en-GB" sz="1800" dirty="0">
                <a:solidFill>
                  <a:srgbClr val="FFFFFF"/>
                </a:solidFill>
                <a:latin typeface="JetBrains Mono"/>
                <a:cs typeface="JetBrains Mono"/>
                <a:sym typeface="Ubuntu Mono"/>
              </a:rPr>
              <a:t>(</a:t>
            </a:r>
            <a:r>
              <a:rPr lang="en-GB" sz="1800" dirty="0" err="1">
                <a:solidFill>
                  <a:srgbClr val="FFFFFF"/>
                </a:solidFill>
                <a:latin typeface="JetBrains Mono"/>
                <a:cs typeface="JetBrains Mono"/>
                <a:sym typeface="Ubuntu Mono"/>
              </a:rPr>
              <a:t>venv</a:t>
            </a:r>
            <a:r>
              <a:rPr lang="en-GB" sz="1800" dirty="0">
                <a:solidFill>
                  <a:srgbClr val="FFFFFF"/>
                </a:solidFill>
                <a:latin typeface="JetBrains Mono"/>
                <a:cs typeface="JetBrains Mono"/>
                <a:sym typeface="Ubuntu Mono"/>
              </a:rPr>
              <a:t>) </a:t>
            </a:r>
            <a:r>
              <a:rPr lang="en-GB" sz="1800" dirty="0" err="1">
                <a:solidFill>
                  <a:srgbClr val="FFFFFF"/>
                </a:solidFill>
                <a:latin typeface="JetBrains Mono"/>
                <a:cs typeface="JetBrains Mono"/>
                <a:sym typeface="Ubuntu Mono"/>
              </a:rPr>
              <a:t>your-computer-name:your-project-folder</a:t>
            </a:r>
            <a:r>
              <a:rPr lang="en-GB" sz="1800" dirty="0">
                <a:solidFill>
                  <a:srgbClr val="FFFFFF"/>
                </a:solidFill>
                <a:latin typeface="JetBrains Mono"/>
                <a:cs typeface="JetBrains Mono"/>
                <a:sym typeface="Ubuntu Mono"/>
              </a:rPr>
              <a:t> username$</a:t>
            </a:r>
            <a:endParaRPr lang="en-GB" sz="1800" dirty="0">
              <a:solidFill>
                <a:srgbClr val="FFFFFF"/>
              </a:solidFill>
              <a:latin typeface="JetBrains Mono"/>
              <a:cs typeface="JetBrains Mono"/>
            </a:endParaRPr>
          </a:p>
          <a:p>
            <a:pPr marL="0" marR="0" lvl="0" indent="0" algn="ctr" rtl="0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" name="Google Shape;641;p6">
            <a:extLst>
              <a:ext uri="{FF2B5EF4-FFF2-40B4-BE49-F238E27FC236}">
                <a16:creationId xmlns:a16="http://schemas.microsoft.com/office/drawing/2014/main" id="{87E20D9A-BFF3-88AD-294D-1D49C3EFE800}"/>
              </a:ext>
            </a:extLst>
          </p:cNvPr>
          <p:cNvSpPr txBox="1"/>
          <p:nvPr/>
        </p:nvSpPr>
        <p:spPr>
          <a:xfrm>
            <a:off x="10166518" y="6634204"/>
            <a:ext cx="5027378" cy="493685"/>
          </a:xfrm>
          <a:prstGeom prst="round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lnSpc>
                <a:spcPct val="147722"/>
              </a:lnSpc>
              <a:defRPr sz="2000">
                <a:solidFill>
                  <a:srgbClr val="FFFFFF"/>
                </a:solidFill>
                <a:latin typeface="JetBrains Mono"/>
                <a:cs typeface="JetBrains Mono"/>
              </a:defRPr>
            </a:lvl1pPr>
          </a:lstStyle>
          <a:p>
            <a:r>
              <a:rPr lang="en-GB" dirty="0">
                <a:sym typeface="Ubuntu Mono"/>
              </a:rPr>
              <a:t>source </a:t>
            </a:r>
            <a:r>
              <a:rPr lang="en-GB" dirty="0" err="1">
                <a:sym typeface="Ubuntu Mono"/>
              </a:rPr>
              <a:t>venv</a:t>
            </a:r>
            <a:r>
              <a:rPr lang="en-GB" dirty="0">
                <a:sym typeface="Ubuntu Mono"/>
              </a:rPr>
              <a:t>/bin/activate</a:t>
            </a:r>
          </a:p>
        </p:txBody>
      </p:sp>
    </p:spTree>
    <p:extLst>
      <p:ext uri="{BB962C8B-B14F-4D97-AF65-F5344CB8AC3E}">
        <p14:creationId xmlns:p14="http://schemas.microsoft.com/office/powerpoint/2010/main" val="1676754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4">
          <a:extLst>
            <a:ext uri="{FF2B5EF4-FFF2-40B4-BE49-F238E27FC236}">
              <a16:creationId xmlns:a16="http://schemas.microsoft.com/office/drawing/2014/main" id="{FB5E8434-B8AD-736A-8373-152674987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5" name="Google Shape;4875;p7">
            <a:extLst>
              <a:ext uri="{FF2B5EF4-FFF2-40B4-BE49-F238E27FC236}">
                <a16:creationId xmlns:a16="http://schemas.microsoft.com/office/drawing/2014/main" id="{90F1D9F2-4904-64B6-19C8-2D30652D654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700548" y="612902"/>
            <a:ext cx="14099458" cy="79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indent="0">
              <a:spcBef>
                <a:spcPts val="0"/>
              </a:spcBef>
              <a:buSzPts val="5700"/>
            </a:pPr>
            <a:r>
              <a:rPr lang="en-GB" dirty="0">
                <a:sym typeface="Avenir"/>
              </a:rPr>
              <a:t>Virtual Environments</a:t>
            </a:r>
            <a:endParaRPr dirty="0"/>
          </a:p>
        </p:txBody>
      </p:sp>
      <p:sp>
        <p:nvSpPr>
          <p:cNvPr id="4" name="Google Shape;649;p7">
            <a:extLst>
              <a:ext uri="{FF2B5EF4-FFF2-40B4-BE49-F238E27FC236}">
                <a16:creationId xmlns:a16="http://schemas.microsoft.com/office/drawing/2014/main" id="{4335E0E4-289E-F44E-3F7F-3BA9D7DC25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70814" y="2839371"/>
            <a:ext cx="13186166" cy="689994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rmAutofit/>
          </a:bodyPr>
          <a:lstStyle/>
          <a:p>
            <a:pPr marL="342900" indent="-342900" algn="just">
              <a:spcBef>
                <a:spcPts val="0"/>
              </a:spcBef>
              <a:buSzPts val="1800"/>
              <a:buNone/>
            </a:pPr>
            <a:r>
              <a:rPr lang="en-GB" sz="2700" dirty="0"/>
              <a:t>A </a:t>
            </a:r>
            <a:r>
              <a:rPr lang="en-GB" sz="2700" b="1" dirty="0">
                <a:solidFill>
                  <a:schemeClr val="accent3"/>
                </a:solidFill>
              </a:rPr>
              <a:t>virtual environment</a:t>
            </a:r>
            <a:r>
              <a:rPr lang="en-GB" sz="2700" dirty="0"/>
              <a:t> is like a </a:t>
            </a:r>
            <a:r>
              <a:rPr lang="en-GB" sz="2700" b="1" dirty="0">
                <a:solidFill>
                  <a:schemeClr val="accent3"/>
                </a:solidFill>
              </a:rPr>
              <a:t>special, isolated space</a:t>
            </a:r>
            <a:r>
              <a:rPr lang="en-GB" sz="2700" dirty="0">
                <a:solidFill>
                  <a:schemeClr val="accent3"/>
                </a:solidFill>
              </a:rPr>
              <a:t> </a:t>
            </a:r>
            <a:r>
              <a:rPr lang="en-GB" sz="2700" dirty="0"/>
              <a:t>on your computer where you can install Python packages </a:t>
            </a:r>
            <a:r>
              <a:rPr lang="en-GB" sz="2700" b="1" dirty="0">
                <a:solidFill>
                  <a:schemeClr val="accent3"/>
                </a:solidFill>
              </a:rPr>
              <a:t>just for one project</a:t>
            </a:r>
            <a:r>
              <a:rPr lang="en-GB" sz="2700" dirty="0"/>
              <a:t>, without messing with other projects or your system’s Python.</a:t>
            </a:r>
            <a:endParaRPr dirty="0"/>
          </a:p>
          <a:p>
            <a:pPr marL="342900" indent="-342900" algn="just">
              <a:buSzPts val="1800"/>
              <a:buNone/>
            </a:pPr>
            <a:r>
              <a:rPr lang="en-GB" sz="2700" b="1" dirty="0">
                <a:solidFill>
                  <a:schemeClr val="accent3"/>
                </a:solidFill>
              </a:rPr>
              <a:t>Think of it like:</a:t>
            </a:r>
            <a:endParaRPr b="1" dirty="0">
              <a:solidFill>
                <a:schemeClr val="accent3"/>
              </a:solidFill>
            </a:endParaRPr>
          </a:p>
          <a:p>
            <a:pPr marL="0" indent="0" algn="just">
              <a:buSzPts val="1800"/>
              <a:buNone/>
            </a:pPr>
            <a:r>
              <a:rPr lang="en-GB" sz="2700" dirty="0"/>
              <a:t>📦 A "project box" that keeps everything you need inside.</a:t>
            </a:r>
            <a:endParaRPr dirty="0"/>
          </a:p>
          <a:p>
            <a:pPr marL="0" indent="0" algn="just">
              <a:buSzPts val="1800"/>
              <a:buNone/>
            </a:pPr>
            <a:r>
              <a:rPr lang="en-GB" sz="2700" dirty="0"/>
              <a:t>🛡️ It protects your project from problems like version conflicts (different projects needing different versions of the same package).</a:t>
            </a:r>
            <a:endParaRPr dirty="0"/>
          </a:p>
          <a:p>
            <a:pPr marL="342900" indent="-342900" algn="just">
              <a:buSzPts val="1800"/>
              <a:buNone/>
            </a:pPr>
            <a:r>
              <a:rPr lang="en-GB" sz="2700" b="1" dirty="0">
                <a:solidFill>
                  <a:schemeClr val="accent3"/>
                </a:solidFill>
              </a:rPr>
              <a:t>Example:</a:t>
            </a:r>
            <a:endParaRPr dirty="0">
              <a:solidFill>
                <a:schemeClr val="accent3"/>
              </a:solidFill>
            </a:endParaRPr>
          </a:p>
          <a:p>
            <a:pPr marL="342900" indent="-342900" algn="just">
              <a:buSzPts val="1800"/>
            </a:pPr>
            <a:r>
              <a:rPr lang="en-GB" sz="2700" dirty="0"/>
              <a:t>Project A needs </a:t>
            </a:r>
            <a:r>
              <a:rPr lang="en-GB" sz="2700" b="1" dirty="0">
                <a:solidFill>
                  <a:schemeClr val="accent3"/>
                </a:solidFill>
              </a:rPr>
              <a:t>Pandas 3.2</a:t>
            </a:r>
            <a:r>
              <a:rPr lang="en-GB" sz="2700" dirty="0">
                <a:solidFill>
                  <a:schemeClr val="accent3"/>
                </a:solidFill>
              </a:rPr>
              <a:t>.</a:t>
            </a:r>
            <a:endParaRPr dirty="0">
              <a:solidFill>
                <a:schemeClr val="accent3"/>
              </a:solidFill>
            </a:endParaRPr>
          </a:p>
          <a:p>
            <a:pPr marL="342900" indent="-342900" algn="just">
              <a:buSzPts val="1800"/>
            </a:pPr>
            <a:r>
              <a:rPr lang="en-GB" sz="2700" dirty="0"/>
              <a:t>Project B needs </a:t>
            </a:r>
            <a:r>
              <a:rPr lang="en-GB" sz="2700" b="1" dirty="0">
                <a:solidFill>
                  <a:schemeClr val="accent3"/>
                </a:solidFill>
              </a:rPr>
              <a:t>Pandas 4.</a:t>
            </a:r>
            <a:endParaRPr dirty="0">
              <a:solidFill>
                <a:schemeClr val="accent3"/>
              </a:solidFill>
            </a:endParaRPr>
          </a:p>
          <a:p>
            <a:pPr marL="342900" indent="-342900" algn="just">
              <a:buSzPts val="1800"/>
            </a:pPr>
            <a:r>
              <a:rPr lang="en-GB" sz="2700" dirty="0"/>
              <a:t>If you use a virtual environment, </a:t>
            </a:r>
            <a:r>
              <a:rPr lang="en-GB" sz="2700" b="1" dirty="0">
                <a:solidFill>
                  <a:schemeClr val="accent3"/>
                </a:solidFill>
              </a:rPr>
              <a:t>each project can have its own Pandas version</a:t>
            </a:r>
            <a:r>
              <a:rPr lang="en-GB" sz="2700" dirty="0"/>
              <a:t>, no problems!</a:t>
            </a:r>
            <a:endParaRPr dirty="0"/>
          </a:p>
          <a:p>
            <a:pPr marL="342900" indent="-342900" algn="just">
              <a:buSzPts val="1800"/>
            </a:pPr>
            <a:r>
              <a:rPr lang="en-GB" sz="2700" dirty="0"/>
              <a:t>Without a virtual environment, everything would install globally, and projects could easily break each other.</a:t>
            </a:r>
            <a:endParaRPr dirty="0"/>
          </a:p>
          <a:p>
            <a:pPr marL="0" indent="0" algn="just">
              <a:buSzPts val="1200"/>
              <a:buNone/>
            </a:pP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1641125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4">
          <a:extLst>
            <a:ext uri="{FF2B5EF4-FFF2-40B4-BE49-F238E27FC236}">
              <a16:creationId xmlns:a16="http://schemas.microsoft.com/office/drawing/2014/main" id="{E6EFAFAF-6CBD-9B83-13F2-B0CDBE249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5" name="Google Shape;4875;p7">
            <a:extLst>
              <a:ext uri="{FF2B5EF4-FFF2-40B4-BE49-F238E27FC236}">
                <a16:creationId xmlns:a16="http://schemas.microsoft.com/office/drawing/2014/main" id="{C0CEFF24-062F-D523-9A88-29088065E83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700548" y="612902"/>
            <a:ext cx="14099458" cy="79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indent="0">
              <a:spcBef>
                <a:spcPts val="0"/>
              </a:spcBef>
              <a:buSzPts val="5700"/>
            </a:pPr>
            <a:r>
              <a:rPr lang="en-GB" dirty="0">
                <a:sym typeface="Avenir"/>
              </a:rPr>
              <a:t>Virtual Environments</a:t>
            </a:r>
            <a:endParaRPr dirty="0"/>
          </a:p>
        </p:txBody>
      </p:sp>
      <p:sp>
        <p:nvSpPr>
          <p:cNvPr id="5" name="Google Shape;657;p8">
            <a:extLst>
              <a:ext uri="{FF2B5EF4-FFF2-40B4-BE49-F238E27FC236}">
                <a16:creationId xmlns:a16="http://schemas.microsoft.com/office/drawing/2014/main" id="{8ED6C7B6-662E-2303-D97B-7799E59E2D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70814" y="2839371"/>
            <a:ext cx="13816787" cy="6437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normAutofit/>
          </a:bodyPr>
          <a:lstStyle/>
          <a:p>
            <a:pPr marL="0" indent="0" algn="just">
              <a:spcBef>
                <a:spcPts val="0"/>
              </a:spcBef>
              <a:buClr>
                <a:schemeClr val="accent3"/>
              </a:buClr>
              <a:buNone/>
            </a:pPr>
            <a:r>
              <a:rPr lang="en-GB" b="1" dirty="0">
                <a:solidFill>
                  <a:schemeClr val="accent3"/>
                </a:solidFill>
                <a:latin typeface="Poppins" pitchFamily="2" charset="77"/>
                <a:ea typeface="Avenir"/>
                <a:cs typeface="Poppins" pitchFamily="2" charset="77"/>
                <a:sym typeface="Avenir"/>
              </a:rPr>
              <a:t>An integrated development environment (IDE) </a:t>
            </a:r>
            <a:r>
              <a:rPr lang="en-GB" dirty="0">
                <a:latin typeface="Poppins" pitchFamily="2" charset="77"/>
                <a:ea typeface="Avenir"/>
                <a:cs typeface="Poppins" pitchFamily="2" charset="77"/>
                <a:sym typeface="Avenir"/>
              </a:rPr>
              <a:t>is a software application that helps programmers develop software code efficiently. It increases developer productivity by combining capabilities such as software editing, building, testing, and packaging in an easy-to-use application. Just as writers use text editors and accountants use spreadsheets, software developers use IDEs to make their job easier.</a:t>
            </a:r>
            <a:endParaRPr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6" name="Google Shape;660;p8">
            <a:extLst>
              <a:ext uri="{FF2B5EF4-FFF2-40B4-BE49-F238E27FC236}">
                <a16:creationId xmlns:a16="http://schemas.microsoft.com/office/drawing/2014/main" id="{D71304A2-2B26-9306-73DF-16F0A61B5164}"/>
              </a:ext>
            </a:extLst>
          </p:cNvPr>
          <p:cNvSpPr txBox="1"/>
          <p:nvPr/>
        </p:nvSpPr>
        <p:spPr>
          <a:xfrm>
            <a:off x="10557165" y="6389342"/>
            <a:ext cx="4644000" cy="1384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algn="ctr"/>
            <a:r>
              <a:rPr lang="en-GB" sz="2700" b="1" dirty="0">
                <a:solidFill>
                  <a:schemeClr val="accent3"/>
                </a:solidFill>
                <a:latin typeface="Poppins" pitchFamily="2" charset="77"/>
                <a:ea typeface="Avenir"/>
                <a:cs typeface="Poppins" pitchFamily="2" charset="77"/>
                <a:sym typeface="Avenir"/>
              </a:rPr>
              <a:t>VS Code </a:t>
            </a:r>
            <a:r>
              <a:rPr lang="en-GB" sz="2700" dirty="0">
                <a:solidFill>
                  <a:schemeClr val="dk1"/>
                </a:solidFill>
                <a:latin typeface="Poppins" pitchFamily="2" charset="77"/>
                <a:ea typeface="Avenir"/>
                <a:cs typeface="Poppins" pitchFamily="2" charset="77"/>
                <a:sym typeface="Avenir"/>
              </a:rPr>
              <a:t>is one of the best IDEs for programming in Python</a:t>
            </a:r>
            <a:endParaRPr sz="2100" dirty="0"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7" name="Google Shape;661;p8">
            <a:extLst>
              <a:ext uri="{FF2B5EF4-FFF2-40B4-BE49-F238E27FC236}">
                <a16:creationId xmlns:a16="http://schemas.microsoft.com/office/drawing/2014/main" id="{8EEF8F56-5A62-48FE-074C-C30C88FC3A9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43720"/>
          <a:stretch/>
        </p:blipFill>
        <p:spPr>
          <a:xfrm>
            <a:off x="1394533" y="4659457"/>
            <a:ext cx="8743787" cy="47998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99039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8" name="Google Shape;4898;p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</a:pPr>
            <a:r>
              <a:rPr lang="pt-PT" dirty="0"/>
              <a:t>Alexandra Oliveira</a:t>
            </a:r>
            <a:endParaRPr dirty="0"/>
          </a:p>
        </p:txBody>
      </p:sp>
      <p:sp>
        <p:nvSpPr>
          <p:cNvPr id="4899" name="Google Shape;4899;p9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>
              <a:spcBef>
                <a:spcPts val="0"/>
              </a:spcBef>
            </a:pPr>
            <a:r>
              <a:rPr lang="en-GB" dirty="0"/>
              <a:t>m.alexandra.ro@gmail.com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atixisTheme">
      <a:dk1>
        <a:srgbClr val="3D0026"/>
      </a:dk1>
      <a:lt1>
        <a:srgbClr val="FFFFFF"/>
      </a:lt1>
      <a:dk2>
        <a:srgbClr val="561269"/>
      </a:dk2>
      <a:lt2>
        <a:srgbClr val="CEA8F0"/>
      </a:lt2>
      <a:accent1>
        <a:srgbClr val="E2CBF6"/>
      </a:accent1>
      <a:accent2>
        <a:srgbClr val="F1E6FC"/>
      </a:accent2>
      <a:accent3>
        <a:srgbClr val="460E68"/>
      </a:accent3>
      <a:accent4>
        <a:srgbClr val="8064A2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532</Words>
  <Application>Microsoft Office PowerPoint</Application>
  <PresentationFormat>Personalizados</PresentationFormat>
  <Paragraphs>65</Paragraphs>
  <Slides>9</Slides>
  <Notes>9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7" baseType="lpstr">
      <vt:lpstr>Arial</vt:lpstr>
      <vt:lpstr>Poppins</vt:lpstr>
      <vt:lpstr>JetBrains Mono</vt:lpstr>
      <vt:lpstr>Lilita One</vt:lpstr>
      <vt:lpstr>Ubuntu Mono</vt:lpstr>
      <vt:lpstr>Avenir</vt:lpstr>
      <vt:lpstr>Calibri</vt:lpstr>
      <vt:lpstr>Office Theme</vt:lpstr>
      <vt:lpstr>Python level 1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Catarina Santos</dc:creator>
  <cp:lastModifiedBy>Alexandra Oliveira</cp:lastModifiedBy>
  <cp:revision>71</cp:revision>
  <dcterms:created xsi:type="dcterms:W3CDTF">2025-07-19T14:11:18Z</dcterms:created>
  <dcterms:modified xsi:type="dcterms:W3CDTF">2026-08-22T17:24:57Z</dcterms:modified>
</cp:coreProperties>
</file>